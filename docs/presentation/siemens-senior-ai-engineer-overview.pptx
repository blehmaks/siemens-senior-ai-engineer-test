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700d5e06941d1" /><Relationship Type="http://schemas.openxmlformats.org/officeDocument/2006/relationships/extended-properties" Target="/docProps/app.xml" Id="R0cb9e8b1eb204755" /><Relationship Type="http://schemas.openxmlformats.org/officeDocument/2006/relationships/officeDocument" Target="/ppt/presentation.xml" Id="R57cc205cb8734e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3353978808434c"/>
  </p:sldMasterIdLst>
  <p:notesMasterIdLst>
    <p:notesMasterId xmlns:r="http://schemas.openxmlformats.org/officeDocument/2006/relationships" r:id="Ra3d0f6e1e5e04fc4"/>
  </p:notesMasterIdLst>
  <p:sldIdLst>
    <p:sldId xmlns:r="http://schemas.openxmlformats.org/officeDocument/2006/relationships" id="256" r:id="Rd2c5d73131ad4812"/>
    <p:sldId xmlns:r="http://schemas.openxmlformats.org/officeDocument/2006/relationships" id="257" r:id="R7b14038727fa4049"/>
    <p:sldId xmlns:r="http://schemas.openxmlformats.org/officeDocument/2006/relationships" id="258" r:id="R20c61ad3860a4779"/>
    <p:sldId xmlns:r="http://schemas.openxmlformats.org/officeDocument/2006/relationships" id="259" r:id="R4e15e62c16174a79"/>
    <p:sldId xmlns:r="http://schemas.openxmlformats.org/officeDocument/2006/relationships" id="260" r:id="R0276b9c58587480e"/>
    <p:sldId xmlns:r="http://schemas.openxmlformats.org/officeDocument/2006/relationships" id="261" r:id="Rd45130ded80144d9"/>
    <p:sldId xmlns:r="http://schemas.openxmlformats.org/officeDocument/2006/relationships" id="262" r:id="R58acabc45c8d471c"/>
    <p:sldId xmlns:r="http://schemas.openxmlformats.org/officeDocument/2006/relationships" id="263" r:id="R7512c748d2bb4354"/>
    <p:sldId xmlns:r="http://schemas.openxmlformats.org/officeDocument/2006/relationships" id="264" r:id="Rab5eaa648fa04803"/>
    <p:sldId xmlns:r="http://schemas.openxmlformats.org/officeDocument/2006/relationships" id="265" r:id="R3a0207bfcdc146a0"/>
    <p:sldId xmlns:r="http://schemas.openxmlformats.org/officeDocument/2006/relationships" id="266" r:id="Rdff713f51c604c92"/>
    <p:sldId xmlns:r="http://schemas.openxmlformats.org/officeDocument/2006/relationships" id="267" r:id="R33376decafc548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5ba07861fc499a" /><Relationship Type="http://schemas.openxmlformats.org/officeDocument/2006/relationships/slideMaster" Target="/ppt/slideMasters/slideMaster1.xml" Id="Rff3353978808434c" /><Relationship Type="http://schemas.openxmlformats.org/officeDocument/2006/relationships/notesMaster" Target="/ppt/notesMasters/notesMaster1.xml" Id="Ra3d0f6e1e5e04fc4" /><Relationship Type="http://schemas.openxmlformats.org/officeDocument/2006/relationships/presProps" Target="/ppt/presProps.xml" Id="Rf7dd63316ea64d4d" /><Relationship Type="http://schemas.openxmlformats.org/officeDocument/2006/relationships/tableStyles" Target="/ppt/tableStyles.xml" Id="R10119f14a25c4f2e" /><Relationship Type="http://schemas.openxmlformats.org/officeDocument/2006/relationships/slide" Target="/ppt/slides/slide1.xml" Id="Rd2c5d73131ad4812" /><Relationship Type="http://schemas.openxmlformats.org/officeDocument/2006/relationships/slide" Target="/ppt/slides/slide2.xml" Id="R7b14038727fa4049" /><Relationship Type="http://schemas.openxmlformats.org/officeDocument/2006/relationships/slide" Target="/ppt/slides/slide3.xml" Id="R20c61ad3860a4779" /><Relationship Type="http://schemas.openxmlformats.org/officeDocument/2006/relationships/slide" Target="/ppt/slides/slide4.xml" Id="R4e15e62c16174a79" /><Relationship Type="http://schemas.openxmlformats.org/officeDocument/2006/relationships/slide" Target="/ppt/slides/slide5.xml" Id="R0276b9c58587480e" /><Relationship Type="http://schemas.openxmlformats.org/officeDocument/2006/relationships/slide" Target="/ppt/slides/slide6.xml" Id="Rd45130ded80144d9" /><Relationship Type="http://schemas.openxmlformats.org/officeDocument/2006/relationships/slide" Target="/ppt/slides/slide7.xml" Id="R58acabc45c8d471c" /><Relationship Type="http://schemas.openxmlformats.org/officeDocument/2006/relationships/slide" Target="/ppt/slides/slide8.xml" Id="R7512c748d2bb4354" /><Relationship Type="http://schemas.openxmlformats.org/officeDocument/2006/relationships/slide" Target="/ppt/slides/slide9.xml" Id="Rab5eaa648fa04803" /><Relationship Type="http://schemas.openxmlformats.org/officeDocument/2006/relationships/slide" Target="/ppt/slides/slide10.xml" Id="R3a0207bfcdc146a0" /><Relationship Type="http://schemas.openxmlformats.org/officeDocument/2006/relationships/slide" Target="/ppt/slides/slide11.xml" Id="Rdff713f51c604c92" /><Relationship Type="http://schemas.openxmlformats.org/officeDocument/2006/relationships/slide" Target="/ppt/slides/slide12.xml" Id="R33376decafc548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da03acd31148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cf05adfa6e4162" /><Relationship Type="http://schemas.openxmlformats.org/officeDocument/2006/relationships/notesMaster" Target="/ppt/notesMasters/notesMaster1.xml" Id="Rc7f573657599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bc1d160f248dd" /><Relationship Type="http://schemas.openxmlformats.org/officeDocument/2006/relationships/notesMaster" Target="/ppt/notesMasters/notesMaster1.xml" Id="Rca62560210a9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40101dbb8d40e8" /><Relationship Type="http://schemas.openxmlformats.org/officeDocument/2006/relationships/notesMaster" Target="/ppt/notesMasters/notesMaster1.xml" Id="R1a5910bb0a6a41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8594ed938843d1" /><Relationship Type="http://schemas.openxmlformats.org/officeDocument/2006/relationships/notesMaster" Target="/ppt/notesMasters/notesMaster1.xml" Id="R03bc299265b943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a8a4bf3a0f4b4b" /><Relationship Type="http://schemas.openxmlformats.org/officeDocument/2006/relationships/notesMaster" Target="/ppt/notesMasters/notesMaster1.xml" Id="R5c197ef7449d45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81003fcfe04eaf" /><Relationship Type="http://schemas.openxmlformats.org/officeDocument/2006/relationships/notesMaster" Target="/ppt/notesMasters/notesMaster1.xml" Id="R72c5a781fad542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5e364729bb4545" /><Relationship Type="http://schemas.openxmlformats.org/officeDocument/2006/relationships/notesMaster" Target="/ppt/notesMasters/notesMaster1.xml" Id="R3a89705578ca4d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de425243c64daa" /><Relationship Type="http://schemas.openxmlformats.org/officeDocument/2006/relationships/notesMaster" Target="/ppt/notesMasters/notesMaster1.xml" Id="R3ff5941f899d43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aa51968f414f0a" /><Relationship Type="http://schemas.openxmlformats.org/officeDocument/2006/relationships/notesMaster" Target="/ppt/notesMasters/notesMaster1.xml" Id="R29c21730f27f4c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74e6bc91dd4828" /><Relationship Type="http://schemas.openxmlformats.org/officeDocument/2006/relationships/notesMaster" Target="/ppt/notesMasters/notesMaster1.xml" Id="R155ea487f27448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ae3a9da9c04cc9" /><Relationship Type="http://schemas.openxmlformats.org/officeDocument/2006/relationships/notesMaster" Target="/ppt/notesMasters/notesMaster1.xml" Id="R7d037eafcf5248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6ad1faae3f4e92" /><Relationship Type="http://schemas.openxmlformats.org/officeDocument/2006/relationships/notesMaster" Target="/ppt/notesMasters/notesMaster1.xml" Id="Rd585d1e670be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docs/adr/0007-business-extension-boundaries.md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docs/adr/0007-business-extension-boundaries.md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task-01-search-agent/benchmarks/protocol.json</a:t>
            </a:r>
          </a:p>
          <a:p xmlns:a="http://schemas.openxmlformats.org/drawingml/2006/main">
            <a:r>
              <a:t>- task-01-search-agent/benchmarks/fixtures/synthetic-report.json</a:t>
            </a:r>
          </a:p>
          <a:p xmlns:a="http://schemas.openxmlformats.org/drawingml/2006/main">
            <a:r>
              <a:t>- docs/presentation/diagrams/task-01-search-agent.mmd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task-02-agent-api/tests/snapshots/openapi_contract.json</a:t>
            </a:r>
          </a:p>
          <a:p xmlns:a="http://schemas.openxmlformats.org/drawingml/2006/main">
            <a:r>
              <a:t>- task-02-agent-api/README.md</a:t>
            </a:r>
          </a:p>
          <a:p xmlns:a="http://schemas.openxmlformats.org/drawingml/2006/main">
            <a:r>
              <a:t>- docs/presentation/diagrams/task-02-agent-api.mmd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task-03-deployment-strategy/architecture/capacity-load-proof.sample.json</a:t>
            </a:r>
          </a:p>
          <a:p xmlns:a="http://schemas.openxmlformats.org/drawingml/2006/main">
            <a:r>
              <a:t>- task-03-deployment-strategy/architecture/strategy.md</a:t>
            </a:r>
          </a:p>
          <a:p xmlns:a="http://schemas.openxmlformats.org/drawingml/2006/main">
            <a:r>
              <a:t>- docs/presentation/diagrams/task-03-deployment-strategy.mmd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task-04-binary-classification/README.md</a:t>
            </a:r>
          </a:p>
          <a:p xmlns:a="http://schemas.openxmlformats.org/drawingml/2006/main">
            <a:r>
              <a:t>- docs/adr/0008-task4-calibrated-decision-layer.md</a:t>
            </a:r>
          </a:p>
          <a:p xmlns:a="http://schemas.openxmlformats.org/drawingml/2006/main">
            <a:r>
              <a:t>- docs/presentation/diagrams/task-04-binary-classification.mmd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task-04-binary-classification/reports/metrics.json</a:t>
            </a:r>
          </a:p>
          <a:p xmlns:a="http://schemas.openxmlformats.org/drawingml/2006/main">
            <a:r>
              <a:t>- task-04-binary-classification/reports/baseline-vs-extension.json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task-05-material-similarity/README.md</a:t>
            </a:r>
          </a:p>
          <a:p xmlns:a="http://schemas.openxmlformats.org/drawingml/2006/main">
            <a:r>
              <a:t>- docs/adr/0009-task5-compatibility-policy.md</a:t>
            </a:r>
          </a:p>
          <a:p xmlns:a="http://schemas.openxmlformats.org/drawingml/2006/main">
            <a:r>
              <a:t>- docs/presentation/diagrams/task-05-material-similarity.mmd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task-05-material-similarity/reports/relevance-metrics.json</a:t>
            </a:r>
          </a:p>
          <a:p xmlns:a="http://schemas.openxmlformats.org/drawingml/2006/main">
            <a:r>
              <a:t>- task-05-material-similarity/reports/baseline-vs-extension.json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task-06-category-consolidation/README.md</a:t>
            </a:r>
          </a:p>
          <a:p xmlns:a="http://schemas.openxmlformats.org/drawingml/2006/main">
            <a:r>
              <a:t>- docs/adr/0010-task6-optional-sklearn-adapter.md</a:t>
            </a:r>
          </a:p>
          <a:p xmlns:a="http://schemas.openxmlformats.org/drawingml/2006/main">
            <a:r>
              <a:t>- docs/presentation/diagrams/task-06-category-consolidation.mmd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task-06-category-consolidation/reports/baseline-vs-extension.json</a:t>
            </a:r>
          </a:p>
          <a:p xmlns:a="http://schemas.openxmlformats.org/drawingml/2006/main">
            <a:r>
              <a:t>- reports/test-coverage-baseline.md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docs/owner-acceptance-checklist.md</a:t>
            </a:r>
          </a:p>
          <a:p xmlns:a="http://schemas.openxmlformats.org/drawingml/2006/main">
            <a:r>
              <a:t>- docs/reviewer-guide.md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01b81ad3f47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9bf83dfe5344fb" /><Relationship Type="http://schemas.openxmlformats.org/officeDocument/2006/relationships/slideLayout" Target="/ppt/slideLayouts/slideLayout1.xml" Id="R11f7b01590184a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f7b01590184a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da7fe6e3747d3" /><Relationship Type="http://schemas.openxmlformats.org/officeDocument/2006/relationships/notesSlide" Target="/ppt/notesSlides/notesSlide1.xml" Id="Rf812b5bfd1954d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1829310324a67" /><Relationship Type="http://schemas.openxmlformats.org/officeDocument/2006/relationships/notesSlide" Target="/ppt/notesSlides/notesSlide2.xml" Id="R761a1c784c4c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bac8603844dd6" /><Relationship Type="http://schemas.openxmlformats.org/officeDocument/2006/relationships/image" Target="/ppt/media/image.png" Id="Rd3e6405cb1264646" /><Relationship Type="http://schemas.openxmlformats.org/officeDocument/2006/relationships/notesSlide" Target="/ppt/notesSlides/notesSlide3.xml" Id="R23550d47f63a43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14cda2d2c488e" /><Relationship Type="http://schemas.openxmlformats.org/officeDocument/2006/relationships/image" Target="/ppt/media/image2.png" Id="R09606ea69c5d475a" /><Relationship Type="http://schemas.openxmlformats.org/officeDocument/2006/relationships/notesSlide" Target="/ppt/notesSlides/notesSlide4.xml" Id="Rf8197760ed1c4f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bcb6cebab4d68" /><Relationship Type="http://schemas.openxmlformats.org/officeDocument/2006/relationships/image" Target="/ppt/media/image3.png" Id="Raed7980c949a4bdd" /><Relationship Type="http://schemas.openxmlformats.org/officeDocument/2006/relationships/notesSlide" Target="/ppt/notesSlides/notesSlide5.xml" Id="R84ee435bef6649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fbc82646c4a32" /><Relationship Type="http://schemas.openxmlformats.org/officeDocument/2006/relationships/image" Target="/ppt/media/image4.png" Id="Rf97ad624dd504912" /><Relationship Type="http://schemas.openxmlformats.org/officeDocument/2006/relationships/notesSlide" Target="/ppt/notesSlides/notesSlide6.xml" Id="R90be853e2de24c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6625f4de74715" /><Relationship Type="http://schemas.openxmlformats.org/officeDocument/2006/relationships/notesSlide" Target="/ppt/notesSlides/notesSlide7.xml" Id="Rc9f3293bc2df4a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a98b4792d4e58" /><Relationship Type="http://schemas.openxmlformats.org/officeDocument/2006/relationships/image" Target="/ppt/media/image5.png" Id="Ree85e9d02eaf4624" /><Relationship Type="http://schemas.openxmlformats.org/officeDocument/2006/relationships/notesSlide" Target="/ppt/notesSlides/notesSlide8.xml" Id="R5e66ddfe546b4d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d2affc8154c76" /><Relationship Type="http://schemas.openxmlformats.org/officeDocument/2006/relationships/notesSlide" Target="/ppt/notesSlides/notesSlide9.xml" Id="Rb375a6fd774644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cd67152cf459d" /><Relationship Type="http://schemas.openxmlformats.org/officeDocument/2006/relationships/image" Target="/ppt/media/image6.png" Id="R361cb002ef1848a4" /><Relationship Type="http://schemas.openxmlformats.org/officeDocument/2006/relationships/notesSlide" Target="/ppt/notesSlides/notesSlide10.xml" Id="R0cf91480822f43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6c80a0edc4620" /><Relationship Type="http://schemas.openxmlformats.org/officeDocument/2006/relationships/notesSlide" Target="/ppt/notesSlides/notesSlide11.xml" Id="R08ba0eb797d841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8db9719b941df" /><Relationship Type="http://schemas.openxmlformats.org/officeDocument/2006/relationships/notesSlide" Target="/ppt/notesSlides/notesSlide12.xml" Id="Rd7d813cfb6014f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014EE-C188-447F-B1B4-02A72169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SIEMENS · SENIOR AI ENGINEER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508A2-8334-4C67-8D2C-A84A1EBC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971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bounded systems.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evidence discipline.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6148F-CFC7-436F-AE49-8DED99EB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A6C75-BF35-4BC5-8362-5780A8A6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742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Assignment baselines stay usable; business extensions remain explicit, tested, and reviewable.</a:t>
            </a:r>
          </a:p>
        </p:txBody>
      </p:sp>
    </p:spTree>
    <p:extLst>
      <p:ext uri="{BB962C8B-B14F-4D97-AF65-F5344CB8AC3E}">
        <p14:creationId xmlns:p14="http://schemas.microsoft.com/office/powerpoint/2010/main" val="1547980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06849-06F0-4AF8-B296-8BD0D91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SYSTEM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C3EF0-C322-469A-83AE-F382BFA6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repository turns six requirements into auditable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84B92-954C-4828-ACF1-F3410B2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DB7CC-74C1-4622-AD3F-2F85B13A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D3B89-6F8E-4D18-BCB0-286D8DC9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9E826-70A2-441B-BA31-EC111A3A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5A172-AE36-41F6-BF10-9249365F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DA1A4-539E-40C5-ABCB-025D0B87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Bounded research</a:t>
            </a:r>
          </a:p>
          <a:p xmlns:a="http://schemas.openxmlformats.org/drawingml/2006/main">
            <a:pPr algn="l">
              <a:defRPr sz="18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E4BB8-303C-45DC-A355-3F96B8FB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67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CEF67-CAA5-4466-BD58-4187376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A923D-6826-4150-BBDA-0F0668AF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Tasks 2–3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329E8-1CAA-4C9F-983A-46DB8CCC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Durable API</a:t>
            </a:r>
          </a:p>
          <a:p xmlns:a="http://schemas.openxmlformats.org/drawingml/2006/main">
            <a:pPr algn="l">
              <a:defRPr sz="18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and GCP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EB538-26D4-4D16-8818-E8DA83D4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D6642-1C35-4355-BBCC-968DA31D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DE287-B623-4B86-8E9F-F04AAE4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Tasks 4–6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1A92C-213B-44FA-A197-2A7623D6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Calibrated, compatible,</a:t>
            </a:r>
          </a:p>
          <a:p xmlns:a="http://schemas.openxmlformats.org/drawingml/2006/main">
            <a:pPr algn="l">
              <a:defRPr sz="18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leakage-safe extensions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2713C-B61E-4E7B-A9CA-4226EF15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61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613B"/>
                </a:solidFill>
                <a:latin typeface="Arial"/>
                <a:ea typeface="Arial"/>
                <a:cs typeface="Arial"/>
              </a:rPr>
              <a:t>Evidence moves forward; unsupported claims stop at the boundary.</a:t>
            </a:r>
          </a:p>
        </p:txBody>
      </p:sp>
    </p:spTree>
    <p:extLst>
      <p:ext uri="{BB962C8B-B14F-4D97-AF65-F5344CB8AC3E}">
        <p14:creationId xmlns:p14="http://schemas.microsoft.com/office/powerpoint/2010/main" val="1931913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6405cb1264646"/>
          <a:stretch xmlns:a="http://schemas.openxmlformats.org/drawingml/2006/main"/>
        </p:blipFill>
        <p:spPr>
          <a:xfrm xmlns:a="http://schemas.openxmlformats.org/drawingml/2006/main">
            <a:off x="241927" y="762000"/>
            <a:ext cx="8326771" cy="4810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B13A7-0D03-4CD6-80D8-BD4E22E3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Committed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67D5F-8AFE-4596-8DE3-17084E94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0199A-310F-47E5-B7BE-C41B0BDC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candidate model configurations in a frozen 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7DD80-3CD6-41D7-8E06-58B29542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A1E9C-2765-444B-BD65-B80DD880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protocol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671FF-7E60-4E06-9759-55F7DA45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19050">
            <a:solidFill>
              <a:srgbClr val="D14B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AD3F0-7C09-4CDF-A359-DA519B58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33950"/>
            <a:ext cx="2438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C2F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2F1E"/>
                </a:solidFill>
                <a:latin typeface="Arial"/>
                <a:ea typeface="Arial"/>
                <a:cs typeface="Arial"/>
              </a:rPr>
              <a:t>Synthetic fixture: synthetic; no live model selected.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5E940-C677-4941-BCCF-B74B0DA9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8709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06ea69c5d475a"/>
          <a:stretch xmlns:a="http://schemas.openxmlformats.org/drawingml/2006/main"/>
        </p:blipFill>
        <p:spPr>
          <a:xfrm xmlns:a="http://schemas.openxmlformats.org/drawingml/2006/main">
            <a:off x="241927" y="762000"/>
            <a:ext cx="8326771" cy="4810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01992-7F69-4ACD-81B7-43D3B40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Versioned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48063-948F-4661-87F9-53B34DB9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67E9E-358A-47F7-A713-5CE42161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API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C0532-42AB-4ED0-9A31-040974A2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13AD3-F688-4921-88CC-6D04A7C7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HTTP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CBFA8-54F2-4FCB-82C0-9AB33A3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3862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3CA5E-A531-43D0-9840-BEA3D271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537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declared schemas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315B2-D234-4CFB-AC78-50970F1C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2272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7980c949a4bdd"/>
          <a:stretch xmlns:a="http://schemas.openxmlformats.org/drawingml/2006/main"/>
        </p:blipFill>
        <p:spPr>
          <a:xfrm xmlns:a="http://schemas.openxmlformats.org/drawingml/2006/main">
            <a:off x="190500" y="722235"/>
            <a:ext cx="8382000" cy="484202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127B-1E5C-443E-9E5F-D9D94A9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57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 capacity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3B69E-4E58-4E57-B100-23C6902B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12F3E-4CEB-4029-8F70-DF48F478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submitted jobs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69837-8F5E-496B-A3F2-6600DB6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B01F5-7D1F-40FD-869F-B9ED44D4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accepted under the bounded envelope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335E7-7198-42FF-A1CE-50DF98B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3862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264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C4B32-02D7-4DDB-983D-DABA6EB6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537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p95 first event — fake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DCD9F-8C32-42B2-8D8F-B895F8E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790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19050">
            <a:solidFill>
              <a:srgbClr val="D14B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26896-7032-401C-ADEF-50B69203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91200"/>
            <a:ext cx="748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C2F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2F1E"/>
                </a:solidFill>
                <a:latin typeface="Arial"/>
                <a:ea typeface="Arial"/>
                <a:cs typeface="Arial"/>
              </a:rPr>
              <a:t>Reference architecture and local proof — not a live production claim.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6D1D2-4EB2-4182-8C49-AC531943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70265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ad624dd504912"/>
          <a:stretch xmlns:a="http://schemas.openxmlformats.org/drawingml/2006/main"/>
        </p:blipFill>
        <p:spPr>
          <a:xfrm xmlns:a="http://schemas.openxmlformats.org/drawingml/2006/main">
            <a:off x="324971" y="95250"/>
            <a:ext cx="11542059" cy="6667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71647-2B06-427F-93C3-0446A731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5888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4E2949-6C69-4B45-BDDC-BB4C6526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TASK 4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0841B-22C7-4BFD-A39C-CCE4624A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Calibration improves probability quality without rewriting the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01B33-552C-4DFC-AD19-32D0A549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97528-F883-4479-A06F-27F81BDF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528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47D6F-0599-4024-A6E3-5C138C0F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B1E53-C657-460B-BBCB-8B15E992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528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FC683-003B-46DA-BAC6-D956C9B5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BE9FE-8675-4890-82BE-05E58F4A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528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86F69-3559-420C-B912-7123113E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671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42684-4EA8-4296-9391-5DA9E6F6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528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223EC-0948-49B5-AAAE-DDC31BAE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90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AF527-BCCF-466B-9721-E5EC5634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81256"/>
            <a:ext cx="1381125" cy="2652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27BBB-FA59-48AF-BA36-3A2947F8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95506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0.303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DCA58-7E6F-4422-A27F-876E9FF9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006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341B2-5275-430C-A424-3ABEDE3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2583"/>
            <a:ext cx="1381125" cy="14814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6B43C-E040-44D0-8933-3E60839B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66833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0.169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61217-AF67-4F39-A239-B8326DF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006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Calibrated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AC273-D8E4-4F28-A437-A72965E7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Brier score · lower is better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B1E76-5677-4211-8B47-0C3CF71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Sanitized extension fixture · 96 train / 24 holdout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068CC-4E10-45CC-A10A-B7F68F0A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7625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77946-7813-48FB-899E-E71437FA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7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Recorded assignment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4381E-85C6-4670-9945-EF1E196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146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3,700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88579-0945-4066-8A2A-A1823C3A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813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joined entities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4DAC6-C0C6-48F0-AE95-8C463E89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146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0.423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86F1D-E459-45AF-92C3-7033DB3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13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holdout PR-AUC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6DC6A-E479-4A88-B9F8-393EE371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0.855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6C5E8B-43CE-41E4-B299-9C1709A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672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holdout recall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D74125-7276-4C9E-B80B-FA33C078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3862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Selected: weighted logistic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A825E-0364-42B9-909E-43455627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3400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19050">
            <a:solidFill>
              <a:srgbClr val="D14B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740F6-D03A-46EA-AE91-A341C841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0545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C2F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2F1E"/>
                </a:solidFill>
                <a:latin typeface="Arial"/>
                <a:ea typeface="Arial"/>
                <a:cs typeface="Arial"/>
              </a:rPr>
              <a:t>Costs are example scenarios; class semantics and production costs require owner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891646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5e9d02eaf4624"/>
          <a:stretch xmlns:a="http://schemas.openxmlformats.org/drawingml/2006/main"/>
        </p:blipFill>
        <p:spPr>
          <a:xfrm xmlns:a="http://schemas.openxmlformats.org/drawingml/2006/main">
            <a:off x="324971" y="95250"/>
            <a:ext cx="11542059" cy="6667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0D7C9-04BD-4C53-A06B-C3F83D40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4351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C4B7A-FE93-43DB-9810-02D49055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TASK 5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3875F-7EF0-44BC-AEFF-321E8C19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 quality and engineering safety are measured on separate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CF1A0-C6A1-4442-993B-89FAD0ED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0A189-A6DB-4A50-8EDC-2445F7FB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E7B16-AF9D-45B7-BA61-2EAAAD8A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Recorded 998-row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DAF7A-2E18-41FC-B404-EB8A57EF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0.847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B15D1-3E8E-4306-9565-8B9DEDE5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NDCG@5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791E1-32DE-486A-BB3E-3C04F9E3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0.875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8A148-B7D7-45B5-8D8A-89ACC4D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8D13C-6200-4B9A-8B9A-47488FE7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25% word · 75% character TF-IDF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FDFDB-A221-488F-99AF-76BC2AC3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5524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9050">
            <a:solidFill>
              <a:srgbClr val="148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B2206-A02A-48C6-84DD-691E31AB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1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613B"/>
                </a:solidFill>
                <a:latin typeface="Arial"/>
                <a:ea typeface="Arial"/>
                <a:cs typeface="Arial"/>
              </a:rPr>
              <a:t>Sanitized extension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205CB-9A71-4FD3-B5AC-32FAAF6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261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613B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B118C-DAF6-4566-8356-F65968C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reviewed safety cases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4F69C-7EEE-4E7B-BA76-1231DF79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261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613B"/>
                </a:solidFill>
                <a:latin typeface="Arial"/>
                <a:ea typeface="Arial"/>
                <a:cs typeface="Arial"/>
              </a:rPr>
              <a:t>0 →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7EA53-5566-4C6F-9FF7-A37CDF51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strict → relaxed exactly-five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88A9F-C780-4DF8-95A2-E38F49F1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148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6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613B"/>
                </a:solidFill>
                <a:latin typeface="Arial"/>
                <a:ea typeface="Arial"/>
                <a:cs typeface="Arial"/>
              </a:rPr>
              <a:t>7 cases require review · 0 hard-negative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35ABB-8F56-4EF8-97C2-17A19BDF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19050">
            <a:solidFill>
              <a:srgbClr val="D14B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3BDCB-48E2-4FA8-B944-57F6096A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9120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C2F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2F1E"/>
                </a:solidFill>
                <a:latin typeface="Arial"/>
                <a:ea typeface="Arial"/>
                <a:cs typeface="Arial"/>
              </a:rPr>
              <a:t>The relaxed result is an engineering review aid, never interchangeability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6955545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cb002ef1848a4"/>
          <a:stretch xmlns:a="http://schemas.openxmlformats.org/drawingml/2006/main"/>
        </p:blipFill>
        <p:spPr>
          <a:xfrm xmlns:a="http://schemas.openxmlformats.org/drawingml/2006/main">
            <a:off x="324971" y="95250"/>
            <a:ext cx="11542059" cy="6667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E31B9-CA23-4F5C-9F62-1752ED66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6369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89FC9-CB46-45AC-AF62-04365951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TASK 6 · RELEASE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C2D2D-7217-4F37-A689-92216711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Default equivalence survives the reusable transformer and reviewed aliases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D0F50-7F36-4FF0-ACCA-95625AE4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970CE-B508-4F16-9D68-507F4C81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E3DC0-C376-471A-89A8-B610CC1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assignment output equivalent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5BA5B-2098-4EED-BFA2-8FCF5EC4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261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613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0BB30-A95D-4D02-9E9B-E276126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288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sklearn integration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59A00-A685-478C-A086-AD357FBB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621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v1 / 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024C7-8ECC-46E9-94C9-9982CFC5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288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default artifact / alias-aware 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9A3FE-8ACC-4CDD-8464-E9755C68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76F1E-CC6E-4CA9-B5BC-24C8AA39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D0E81-00DE-4A29-8DE1-006DBA92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Tasks 4–6 deterministic tests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9CEC1-2D7B-4AA6-A418-025EC312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48AE7-9D87-4C76-A425-75E3FD43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2,951 statements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7A913-2E96-4FBA-AED2-33F34F59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190D2-EA93-407F-8994-1B7C06B1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812 branches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84A6C-07F3-4E84-81F4-C6E047B4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C2F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C2F1E"/>
                </a:solidFill>
                <a:latin typeface="Arial"/>
                <a:ea typeface="Arial"/>
                <a:cs typeface="Arial"/>
              </a:rPr>
              <a:t>3 owner-private-data tests remain explicit acceptance handoffs.</a:t>
            </a:r>
          </a:p>
        </p:txBody>
      </p:sp>
    </p:spTree>
    <p:extLst>
      <p:ext uri="{BB962C8B-B14F-4D97-AF65-F5344CB8AC3E}">
        <p14:creationId xmlns:p14="http://schemas.microsoft.com/office/powerpoint/2010/main" val="812161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8340E-16CA-47A6-B0DE-651DF3B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RELEASE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15573-9CF1-4D3D-B42B-B374DCAA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Ready for owner evidence,</a:t>
            </a:r>
          </a:p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without overstating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C5CF3-1C0E-4C33-8B19-72B030DF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36451-0BBC-497E-87BD-1A4F0BF8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61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613B"/>
                </a:solidFill>
                <a:latin typeface="Arial"/>
                <a:ea typeface="Arial"/>
                <a:cs typeface="Arial"/>
              </a:rPr>
              <a:t>Deterministic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D712F-3819-46A5-BBBD-599116A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Tasks 4–6 code, reports, docs, and presentation evidence are locally reproducible.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248DD-3117-49AE-97E5-A869256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C2F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C2F1E"/>
                </a:solidFill>
                <a:latin typeface="Arial"/>
                <a:ea typeface="Arial"/>
                <a:cs typeface="Arial"/>
              </a:rPr>
              <a:t>Owner acceptance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5235F-0355-4390-AF29-0730821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Private datasets, second-computer setup, and live deployment remain explicit owner-run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500FB-CA05-49C4-B3A5-D3780584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7924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2026-08-31T08:26:19.6660000Z</dcterms:created>
  <dcterms:modified xsi:type="dcterms:W3CDTF">2026-08-31T08:26:19.6660000Z</dcterms:modified>
</coreProperties>
</file>