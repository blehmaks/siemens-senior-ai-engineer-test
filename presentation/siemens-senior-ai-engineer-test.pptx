
<file path=[Content_Types].xml><?xml version="1.0" encoding="utf-8"?>
<Types xmlns="http://schemas.openxmlformats.org/package/2006/content-types">
  <Default Extension="xml" ContentType="application/vnd.openxmlformats-package.core-properties+xml"/>
  <Default Extension="png" ContentType="image/png"/>
  <Default Extension="svg" ContentType="image/svg+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14938de8c6c348f5" /><Relationship Type="http://schemas.openxmlformats.org/officeDocument/2006/relationships/extended-properties" Target="/docProps/app.xml" Id="R77c4db7104924f19" /><Relationship Type="http://schemas.openxmlformats.org/officeDocument/2006/relationships/officeDocument" Target="/ppt/presentation.xml" Id="Re14f891c1c6141f1" /></Relationships>
</file>

<file path=ppt/presentation.xml><?xml version="1.0" encoding="utf-8"?>
<p:presentation xmlns:p="http://schemas.openxmlformats.org/presentationml/2006/main">
  <p:sldMasterIdLst>
    <p:sldMasterId xmlns:r="http://schemas.openxmlformats.org/officeDocument/2006/relationships" id="2147483648" r:id="R2c5924d757c3427b"/>
  </p:sldMasterIdLst>
  <p:notesMasterIdLst>
    <p:notesMasterId xmlns:r="http://schemas.openxmlformats.org/officeDocument/2006/relationships" r:id="R721a9b522be74e15"/>
  </p:notesMasterIdLst>
  <p:sldIdLst>
    <p:sldId xmlns:r="http://schemas.openxmlformats.org/officeDocument/2006/relationships" id="256" r:id="R798eb3f5876b46ed"/>
    <p:sldId xmlns:r="http://schemas.openxmlformats.org/officeDocument/2006/relationships" id="257" r:id="R0a67b552559749ca"/>
    <p:sldId xmlns:r="http://schemas.openxmlformats.org/officeDocument/2006/relationships" id="258" r:id="R01e3c6242f1245bc"/>
    <p:sldId xmlns:r="http://schemas.openxmlformats.org/officeDocument/2006/relationships" id="259" r:id="R48979ed69af14ae9"/>
    <p:sldId xmlns:r="http://schemas.openxmlformats.org/officeDocument/2006/relationships" id="260" r:id="Rbfc4076da39e4d1c"/>
    <p:sldId xmlns:r="http://schemas.openxmlformats.org/officeDocument/2006/relationships" id="261" r:id="Re99a0ab2bed34578"/>
    <p:sldId xmlns:r="http://schemas.openxmlformats.org/officeDocument/2006/relationships" id="262" r:id="R9413d16e6f0f4127"/>
    <p:sldId xmlns:r="http://schemas.openxmlformats.org/officeDocument/2006/relationships" id="263" r:id="R402e133c7bb347c7"/>
    <p:sldId xmlns:r="http://schemas.openxmlformats.org/officeDocument/2006/relationships" id="264" r:id="Re74b987f8b9248b8"/>
    <p:sldId xmlns:r="http://schemas.openxmlformats.org/officeDocument/2006/relationships" id="265" r:id="R34fd7d9947aa4710"/>
    <p:sldId xmlns:r="http://schemas.openxmlformats.org/officeDocument/2006/relationships" id="266" r:id="R590ce96306c2452a"/>
    <p:sldId xmlns:r="http://schemas.openxmlformats.org/officeDocument/2006/relationships" id="267" r:id="R472ec27c2d6c4fb0"/>
    <p:sldId xmlns:r="http://schemas.openxmlformats.org/officeDocument/2006/relationships" id="268" r:id="R476a03534b4a47de"/>
    <p:sldId xmlns:r="http://schemas.openxmlformats.org/officeDocument/2006/relationships" id="269" r:id="Ra603076f334c46d0"/>
    <p:sldId xmlns:r="http://schemas.openxmlformats.org/officeDocument/2006/relationships" id="270" r:id="Ra21de41966f44b04"/>
    <p:sldId xmlns:r="http://schemas.openxmlformats.org/officeDocument/2006/relationships" id="271" r:id="Rac3b1492ee6c4087"/>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snapToObjects="1">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&#65279;<?xml version="1.0" encoding="utf-8"?><Relationships xmlns="http://schemas.openxmlformats.org/package/2006/relationships"><Relationship Type="http://schemas.openxmlformats.org/officeDocument/2006/relationships/theme" Target="/ppt/theme/theme1.xml" Id="Rc8a8968b68254105" /><Relationship Type="http://schemas.openxmlformats.org/officeDocument/2006/relationships/slideMaster" Target="/ppt/slideMasters/slideMaster1.xml" Id="R2c5924d757c3427b" /><Relationship Type="http://schemas.openxmlformats.org/officeDocument/2006/relationships/notesMaster" Target="/ppt/notesMasters/notesMaster1.xml" Id="R721a9b522be74e15" /><Relationship Type="http://schemas.openxmlformats.org/officeDocument/2006/relationships/presProps" Target="/ppt/presProps.xml" Id="Rfa3202effdab4d25" /><Relationship Type="http://schemas.openxmlformats.org/officeDocument/2006/relationships/viewProps" Target="/ppt/viewProps.xml" Id="R266a8e12ff2a4b55" /><Relationship Type="http://schemas.openxmlformats.org/officeDocument/2006/relationships/tableStyles" Target="/ppt/tableStyles.xml" Id="Rb5ab3caad3204abe" /><Relationship Type="http://schemas.openxmlformats.org/officeDocument/2006/relationships/slide" Target="/ppt/slides/slide1.xml" Id="R798eb3f5876b46ed" /><Relationship Type="http://schemas.openxmlformats.org/officeDocument/2006/relationships/slide" Target="/ppt/slides/slide2.xml" Id="R0a67b552559749ca" /><Relationship Type="http://schemas.openxmlformats.org/officeDocument/2006/relationships/slide" Target="/ppt/slides/slide3.xml" Id="R01e3c6242f1245bc" /><Relationship Type="http://schemas.openxmlformats.org/officeDocument/2006/relationships/slide" Target="/ppt/slides/slide4.xml" Id="R48979ed69af14ae9" /><Relationship Type="http://schemas.openxmlformats.org/officeDocument/2006/relationships/slide" Target="/ppt/slides/slide5.xml" Id="Rbfc4076da39e4d1c" /><Relationship Type="http://schemas.openxmlformats.org/officeDocument/2006/relationships/slide" Target="/ppt/slides/slide6.xml" Id="Re99a0ab2bed34578" /><Relationship Type="http://schemas.openxmlformats.org/officeDocument/2006/relationships/slide" Target="/ppt/slides/slide7.xml" Id="R9413d16e6f0f4127" /><Relationship Type="http://schemas.openxmlformats.org/officeDocument/2006/relationships/slide" Target="/ppt/slides/slide8.xml" Id="R402e133c7bb347c7" /><Relationship Type="http://schemas.openxmlformats.org/officeDocument/2006/relationships/slide" Target="/ppt/slides/slide9.xml" Id="Re74b987f8b9248b8" /><Relationship Type="http://schemas.openxmlformats.org/officeDocument/2006/relationships/slide" Target="/ppt/slides/slide10.xml" Id="R34fd7d9947aa4710" /><Relationship Type="http://schemas.openxmlformats.org/officeDocument/2006/relationships/slide" Target="/ppt/slides/slide11.xml" Id="R590ce96306c2452a" /><Relationship Type="http://schemas.openxmlformats.org/officeDocument/2006/relationships/slide" Target="/ppt/slides/slide12.xml" Id="R472ec27c2d6c4fb0" /><Relationship Type="http://schemas.openxmlformats.org/officeDocument/2006/relationships/slide" Target="/ppt/slides/slide13.xml" Id="R476a03534b4a47de" /><Relationship Type="http://schemas.openxmlformats.org/officeDocument/2006/relationships/slide" Target="/ppt/slides/slide14.xml" Id="Ra603076f334c46d0" /><Relationship Type="http://schemas.openxmlformats.org/officeDocument/2006/relationships/slide" Target="/ppt/slides/slide15.xml" Id="Ra21de41966f44b04" /><Relationship Type="http://schemas.openxmlformats.org/officeDocument/2006/relationships/slide" Target="/ppt/slides/slide16.xml" Id="Rac3b1492ee6c4087"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1301fd97a26d49bd"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cab742b6e733413d" /><Relationship Type="http://schemas.openxmlformats.org/officeDocument/2006/relationships/notesMaster" Target="/ppt/notesMasters/notesMaster1.xml" Id="Rba26b884cb9b400f" /></Relationships>
</file>

<file path=ppt/notesSlides/_rels/notesSlide2.xml.rels>&#65279;<?xml version="1.0" encoding="utf-8"?><Relationships xmlns="http://schemas.openxmlformats.org/package/2006/relationships"><Relationship Type="http://schemas.openxmlformats.org/officeDocument/2006/relationships/slide" Target="/ppt/slides/slide2.xml" Id="Rb32d6f1051094749" /><Relationship Type="http://schemas.openxmlformats.org/officeDocument/2006/relationships/notesMaster" Target="/ppt/notesMasters/notesMaster1.xml" Id="R763d4674831543df" /></Relationships>
</file>

<file path=ppt/notesSlides/_rels/notesSlide3.xml.rels>&#65279;<?xml version="1.0" encoding="utf-8"?><Relationships xmlns="http://schemas.openxmlformats.org/package/2006/relationships"><Relationship Type="http://schemas.openxmlformats.org/officeDocument/2006/relationships/slide" Target="/ppt/slides/slide3.xml" Id="R91a609e855f94e02" /><Relationship Type="http://schemas.openxmlformats.org/officeDocument/2006/relationships/notesMaster" Target="/ppt/notesMasters/notesMaster1.xml" Id="Rb922dd64363a406a" /></Relationships>
</file>

<file path=ppt/notesSlides/_rels/notesSlide4.xml.rels>&#65279;<?xml version="1.0" encoding="utf-8"?><Relationships xmlns="http://schemas.openxmlformats.org/package/2006/relationships"><Relationship Type="http://schemas.openxmlformats.org/officeDocument/2006/relationships/slide" Target="/ppt/slides/slide4.xml" Id="Rf759b9b75979476a" /><Relationship Type="http://schemas.openxmlformats.org/officeDocument/2006/relationships/notesMaster" Target="/ppt/notesMasters/notesMaster1.xml" Id="Reaa362475e2242d7" /></Relationships>
</file>

<file path=ppt/notesSlides/_rels/notesSlide5.xml.rels>&#65279;<?xml version="1.0" encoding="utf-8"?><Relationships xmlns="http://schemas.openxmlformats.org/package/2006/relationships"><Relationship Type="http://schemas.openxmlformats.org/officeDocument/2006/relationships/slide" Target="/ppt/slides/slide5.xml" Id="R0e6320c17bf34e05" /><Relationship Type="http://schemas.openxmlformats.org/officeDocument/2006/relationships/notesMaster" Target="/ppt/notesMasters/notesMaster1.xml" Id="R5a6af0bf04b243b2" /></Relationships>
</file>

<file path=ppt/notesSlides/_rels/notesSlide6.xml.rels>&#65279;<?xml version="1.0" encoding="utf-8"?><Relationships xmlns="http://schemas.openxmlformats.org/package/2006/relationships"><Relationship Type="http://schemas.openxmlformats.org/officeDocument/2006/relationships/slide" Target="/ppt/slides/slide6.xml" Id="R0002c5d4faae4f22" /><Relationship Type="http://schemas.openxmlformats.org/officeDocument/2006/relationships/notesMaster" Target="/ppt/notesMasters/notesMaster1.xml" Id="Rf1fca7d5be104037" /></Relationships>
</file>

<file path=ppt/notesSlides/_rels/notesSlide7.xml.rels>&#65279;<?xml version="1.0" encoding="utf-8"?><Relationships xmlns="http://schemas.openxmlformats.org/package/2006/relationships"><Relationship Type="http://schemas.openxmlformats.org/officeDocument/2006/relationships/slide" Target="/ppt/slides/slide7.xml" Id="Rde193737a10c4053" /><Relationship Type="http://schemas.openxmlformats.org/officeDocument/2006/relationships/notesMaster" Target="/ppt/notesMasters/notesMaster1.xml" Id="Ra6af53d8cce64426" /></Relationships>
</file>

<file path=ppt/notesSlides/_rels/notesSlide8.xml.rels>&#65279;<?xml version="1.0" encoding="utf-8"?><Relationships xmlns="http://schemas.openxmlformats.org/package/2006/relationships"><Relationship Type="http://schemas.openxmlformats.org/officeDocument/2006/relationships/slide" Target="/ppt/slides/slide8.xml" Id="R56c6f0ac5e7844ee" /><Relationship Type="http://schemas.openxmlformats.org/officeDocument/2006/relationships/notesMaster" Target="/ppt/notesMasters/notesMaster1.xml" Id="R90d4b482908448f5" /></Relationships>
</file>

<file path=ppt/notesSlides/_rels/notesSlide9.xml.rels>&#65279;<?xml version="1.0" encoding="utf-8"?><Relationships xmlns="http://schemas.openxmlformats.org/package/2006/relationships"><Relationship Type="http://schemas.openxmlformats.org/officeDocument/2006/relationships/slide" Target="/ppt/slides/slide9.xml" Id="R752c9b16289e47cd" /><Relationship Type="http://schemas.openxmlformats.org/officeDocument/2006/relationships/notesMaster" Target="/ppt/notesMasters/notesMaster1.xml" Id="R6d6d8ef93d314a6b"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ffea6f89363e46cc" /><Relationship Type="http://schemas.openxmlformats.org/officeDocument/2006/relationships/notesMaster" Target="/ppt/notesMasters/notesMaster1.xml" Id="R6c44527e09ae428c"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2d675db1bda94900" /><Relationship Type="http://schemas.openxmlformats.org/officeDocument/2006/relationships/notesMaster" Target="/ppt/notesMasters/notesMaster1.xml" Id="R12efee891e11491d"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8a9d701e574e4517" /><Relationship Type="http://schemas.openxmlformats.org/officeDocument/2006/relationships/notesMaster" Target="/ppt/notesMasters/notesMaster1.xml" Id="Re5f0fc9bc98f4796"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e128c5a4b70845a7" /><Relationship Type="http://schemas.openxmlformats.org/officeDocument/2006/relationships/notesMaster" Target="/ppt/notesMasters/notesMaster1.xml" Id="Rc2c53534da6f4384"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8e1fd9d8b5a74c2a" /><Relationship Type="http://schemas.openxmlformats.org/officeDocument/2006/relationships/notesMaster" Target="/ppt/notesMasters/notesMaster1.xml" Id="Rb9f604e5582c4e5b"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430f6a2dda6f4770" /><Relationship Type="http://schemas.openxmlformats.org/officeDocument/2006/relationships/notesMaster" Target="/ppt/notesMasters/notesMaster1.xml" Id="R2c6edfcfa87f4442"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77fde393d82d418f" /><Relationship Type="http://schemas.openxmlformats.org/officeDocument/2006/relationships/notesMaster" Target="/ppt/notesMasters/notesMaster1.xml" Id="Rb647eb86aabc42e8"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Open with the hiring thesis, not the task list. I treated the assignment as one operating system: evidence generation, durable serving, immutable delivery, and honest ML evaluation. The deck is intentionally organized around the questions a hiring manager or team lead would ask. Sources: README.md; docs/architecture.md.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evaluation lens for the rest of the deck. The strongest signal is not any one framework; it is the repeated ability to make boundaries explicit and executable. Every row maps to a concrete artifact shown later. Sources: docs/reviewer-guide.md; docs/test-strategy.md.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Follow a single user request from the public boundary to a durable result. Tasks 1 to 3 form the online product; Tasks 4 to 6 are deliberately separate local analytical packages. This separation avoids pretending that every deliverable belongs in one deployed runtime. Sources: docs/architecture.md; README.md.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key agent decision is that model prose is never treated as evidence. The planner proposes bounded searches, the fetch layer creates evidence records, synthesis can reference only those records, and the final validator checks support. If support is missing, the correct output is an abstention. Sources: task-01-search-agent/src/search_agent/evidence.py; answering.py; runner.py; task-01-search-agent/tests/test_evidence.py.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are hard defaults from RunBudget, not dashboard suggestions. Every phase consumes the same budget authority, so a retry cannot accidentally reset usage. The system also caps iterations, attempts, decoded bytes, and fetch policy. Sources: task-01-search-agent/src/search_agent/runner.py; task-01-search-agent/src/search_agent/security/.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public API returns 202 after validation, authorization, persistence, idempotency handling, and enqueue. Research is then driven by a worker lease. SSE is replayable over durable events, while polling and cancellation use the same tenant-scoped state. Sources: task-02-agent-api/README.md; docs/architecture.md; task-02-agent-api/src/agent_api/routes/.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Authentication is only the outer boundary. Tenant context is propagated into every repository operation, lifecycle command, event replay, quota decision, and memory action. A cross-tenant identifier is treated as absent, producing a safe 404 rather than leaking existence. Sources: task-02-agent-api/src/agent_api/security/; storage/; task-02-agent-api/tests/security/.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pipeline treats provenance as a chain of custody. GitHub Actions uses Workload Identity Federation, rebuilds and verifies the source, scans and produces an SBOM, pushes the tested image, resolves its immutable digest, and binds Terraform's binary plan to both commit and digest. Sources: .github/workflows/deploy.yml; task-03-deployment-strategy/operations/ci-cd.md; docs/release-and-operations.md.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assessment profile is intentionally small and executable: two Cloud Run services scale to zero and cap at one instance, Cloud Tasks limits concurrency to one, and a EUR 5 budget alerts the owner. The expensive model runtime is a separate, disabled-by-default production plane with explicit evaluation, quota, security, and cost gates. Sources: task-03-deployment-strategy/README.md; architecture/strategy.md; docs/release-and-operations.md.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offline tasks are not filler. Together they show three different forms of modeling judgment: entity-level leakage control, domain-appropriate retrieval with abstention, and reusable train/inference preprocessing. Sources: task-04-binary-classification/README.md; task-05-material-similarity/README.md; task-06-category-consolidation/README.md.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classifier story is not '90 percent accuracy.' It is a leakage-aware screening baseline. Weighted logistic regression improves grouped-CV PR-AUC and recall, but holdout precision remains moderate and probabilities are overconfident. That makes calibration and business cost ownership explicit next steps. Sources: task-04-binary-classification/reports/model-card.md; reports/metrics.json.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selected word/character mixture wins the reviewed eight-query benchmark on nDCG@5 while preserving deterministic ranking. But benchmark coverage and catalog coverage are different: 335 blank descriptions force explicit abstention, leaving text-backed catalog coverage at 66.43 percent. Sources: task-05-material-similarity/reports/relevance-metrics.json; retrieval-evaluation.md; data-analysis.md.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rare-category transformer behaves like a proper estimator. Fit learns counts, retained categories, a collision-safe fallback label, and diagnostics from training data only. Transform applies that frozen state to validation, test, and inference; unseen values map deterministically. Sources: task-06-category-consolidation/README.md; src/category_consolidation/core.py; tests/test_category_consolidation.py.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clean computer is part of the product contract. One command builds a temporary locked environment, runs formatting, lint, strict typing, all six task tests, the submission audit, and a two-tenant HTTP smoke using fake inference. It needs neither cloud credentials nor a language model. Sources: Makefile; scripts/local_submission_check.sh; docs/test-strategy.md; docs/release-and-operations.md.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boundary I would want a senior engineer to state clearly. Production-minded means the seams, controls, and evidence paths exist; it does not mean that unmeasured enterprise claims are presented as facts. The next steps are gated by workload, ownership, policy, and observed data. Sources: docs/reviewer-guide.md; task-03-deployment-strategy/architecture/strategy.md; production-scale.md.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Close on the operating principle rather than the technologies. My value is the ability to turn ambiguity into explicit contracts, choose the simplest defensible model, make failure observable, and leave a clean path from local proof to cloud delivery. Sources: README.md; docs/architecture.md; docs/test-strategy.md.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3ff11d879d5e4a84" /></Relationships>
</file>

<file path=ppt/slideLayouts/slideLayout1.xml><?xml version="1.0" encoding="utf-8"?>
<p:sldLayout xmlns:p="http://schemas.openxmlformats.org/presentationml/2006/main" preserve="1">
  <p:cSld name="DEFAULT">
    <p:bg>
      <p:bgRef idx="1001">
        <a:schemeClr xmlns:a="http://schemas.openxmlformats.org/drawingml/2006/main" val="bg1"/>
      </p:bgRef>
    </p:bg>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43027eb1f28a4aa1" /><Relationship Type="http://schemas.openxmlformats.org/officeDocument/2006/relationships/slideLayout" Target="/ppt/slideLayouts/slideLayout1.xml" Id="Rc7ab461994354a4e" /></Relationships>
</file>

<file path=ppt/slideMasters/slideMaster1.xml><?xml version="1.0" encoding="utf-8"?>
<p:sldMaster xmlns:p="http://schemas.openxmlformats.org/presentationml/2006/main">
  <p:cSld>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c7ab461994354a4e"/>
  </p:sldLayoutIdLst>
  <p:hf sldNum="0" hdr="0" ftr="0" dt="0"/>
  <p:txStyles>
    <p:titleStyle>
      <a:lvl1pPr xmlns:a="http://schemas.openxmlformats.org/drawingml/2006/main" algn="ctr" defTabSz="914400">
        <a:spcBef>
          <a:spcPct val="0"/>
        </a:spcBef>
        <a:buNone/>
        <a:defRPr sz="4400" kern="1200">
          <a:solidFill>
            <a:schemeClr val="tx1"/>
          </a:solidFill>
          <a:latin typeface="+mj-lt"/>
          <a:ea typeface="+mj-lt"/>
          <a:cs typeface="+mj-lt"/>
        </a:defRPr>
      </a:lvl1pPr>
    </p:titleStyle>
    <p:bodyStyle>
      <a:lvl1pPr xmlns:a="http://schemas.openxmlformats.org/drawingml/2006/main" marL="342900" indent="-342900" algn="l" defTabSz="914400">
        <a:spcBef>
          <a:spcPct val="20000"/>
        </a:spcBef>
        <a:buFont typeface="Arial"/>
        <a:buChar char="•"/>
        <a:defRPr sz="3200" kern="1200">
          <a:solidFill>
            <a:schemeClr val="tx1"/>
          </a:solidFill>
          <a:latin typeface="+mn-lt"/>
          <a:ea typeface="+mn-lt"/>
          <a:cs typeface="+mn-lt"/>
        </a:defRPr>
      </a:lvl1pPr>
      <a:lvl2pPr xmlns:a="http://schemas.openxmlformats.org/drawingml/2006/main" marL="742950" indent="-285750" algn="l" defTabSz="914400">
        <a:spcBef>
          <a:spcPct val="20000"/>
        </a:spcBef>
        <a:buFont typeface="Arial"/>
        <a:buChar char="–"/>
        <a:defRPr sz="2800" kern="1200">
          <a:solidFill>
            <a:schemeClr val="tx1"/>
          </a:solidFill>
          <a:latin typeface="+mn-lt"/>
          <a:ea typeface="+mn-lt"/>
          <a:cs typeface="+mn-lt"/>
        </a:defRPr>
      </a:lvl2pPr>
      <a:lvl3pPr xmlns:a="http://schemas.openxmlformats.org/drawingml/2006/main" marL="1143000" indent="-228600" algn="l" defTabSz="914400">
        <a:spcBef>
          <a:spcPct val="20000"/>
        </a:spcBef>
        <a:buFont typeface="Arial"/>
        <a:buChar char="•"/>
        <a:defRPr sz="2400" kern="1200">
          <a:solidFill>
            <a:schemeClr val="tx1"/>
          </a:solidFill>
          <a:latin typeface="+mn-lt"/>
          <a:ea typeface="+mn-lt"/>
          <a:cs typeface="+mn-lt"/>
        </a:defRPr>
      </a:lvl3pPr>
      <a:lvl4pPr xmlns:a="http://schemas.openxmlformats.org/drawingml/2006/main" marL="1600200" indent="-228600" algn="l" defTabSz="914400">
        <a:spcBef>
          <a:spcPct val="20000"/>
        </a:spcBef>
        <a:buFont typeface="Arial"/>
        <a:buChar char="–"/>
        <a:defRPr sz="2000" kern="1200">
          <a:solidFill>
            <a:schemeClr val="tx1"/>
          </a:solidFill>
          <a:latin typeface="+mn-lt"/>
          <a:ea typeface="+mn-lt"/>
          <a:cs typeface="+mn-lt"/>
        </a:defRPr>
      </a:lvl4pPr>
      <a:lvl5pPr xmlns:a="http://schemas.openxmlformats.org/drawingml/2006/main" marL="2057400" indent="-228600" algn="l" defTabSz="914400">
        <a:spcBef>
          <a:spcPct val="20000"/>
        </a:spcBef>
        <a:buFont typeface="Arial"/>
        <a:buChar char="»"/>
        <a:defRPr sz="2000" kern="1200">
          <a:solidFill>
            <a:schemeClr val="tx1"/>
          </a:solidFill>
          <a:latin typeface="+mn-lt"/>
          <a:ea typeface="+mn-lt"/>
          <a:cs typeface="+mn-lt"/>
        </a:defRPr>
      </a:lvl5pPr>
      <a:lvl6pPr xmlns:a="http://schemas.openxmlformats.org/drawingml/2006/main" marL="2514600" indent="-228600" algn="l" defTabSz="914400">
        <a:spcBef>
          <a:spcPct val="20000"/>
        </a:spcBef>
        <a:buFont typeface="Arial"/>
        <a:buChar char="•"/>
        <a:defRPr sz="2000" kern="1200">
          <a:solidFill>
            <a:schemeClr val="tx1"/>
          </a:solidFill>
          <a:latin typeface="+mn-lt"/>
          <a:ea typeface="+mn-lt"/>
          <a:cs typeface="+mn-lt"/>
        </a:defRPr>
      </a:lvl6pPr>
      <a:lvl7pPr xmlns:a="http://schemas.openxmlformats.org/drawingml/2006/main" marL="2971800" indent="-228600" algn="l" defTabSz="914400">
        <a:spcBef>
          <a:spcPct val="20000"/>
        </a:spcBef>
        <a:buFont typeface="Arial"/>
        <a:buChar char="•"/>
        <a:defRPr sz="2000" kern="1200">
          <a:solidFill>
            <a:schemeClr val="tx1"/>
          </a:solidFill>
          <a:latin typeface="+mn-lt"/>
          <a:ea typeface="+mn-lt"/>
          <a:cs typeface="+mn-lt"/>
        </a:defRPr>
      </a:lvl7pPr>
      <a:lvl8pPr xmlns:a="http://schemas.openxmlformats.org/drawingml/2006/main" marL="3429000" indent="-228600" algn="l" defTabSz="914400">
        <a:spcBef>
          <a:spcPct val="20000"/>
        </a:spcBef>
        <a:buFont typeface="Arial"/>
        <a:buChar char="•"/>
        <a:defRPr sz="2000" kern="1200">
          <a:solidFill>
            <a:schemeClr val="tx1"/>
          </a:solidFill>
          <a:latin typeface="+mn-lt"/>
          <a:ea typeface="+mn-lt"/>
          <a:cs typeface="+mn-lt"/>
        </a:defRPr>
      </a:lvl8pPr>
      <a:lvl9pPr xmlns:a="http://schemas.openxmlformats.org/drawingml/2006/main" marL="3886200" indent="-228600" algn="l" defTabSz="914400">
        <a:spcBef>
          <a:spcPct val="20000"/>
        </a:spcBef>
        <a:buFont typeface="Arial"/>
        <a:buChar char="•"/>
        <a:defRPr sz="2000" kern="1200">
          <a:solidFill>
            <a:schemeClr val="tx1"/>
          </a:solidFill>
          <a:latin typeface="+mn-lt"/>
          <a:ea typeface="+mn-lt"/>
          <a:cs typeface="+mn-lt"/>
        </a:defRPr>
      </a:lvl9pPr>
    </p:bodyStyle>
    <p:otherStyle>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2d9d01ceac4d48e2" /><Relationship Type="http://schemas.openxmlformats.org/officeDocument/2006/relationships/image" Target="/ppt/media/image.png" Id="Rc55a46f0319e4a97" /><Relationship Type="http://schemas.openxmlformats.org/officeDocument/2006/relationships/image" Target="/ppt/media/image.svg" Id="R4c6126597e4742f2" /><Relationship Type="http://schemas.openxmlformats.org/officeDocument/2006/relationships/notesSlide" Target="/ppt/notesSlides/notesSlide1.xml" Id="Rd1d365e78ff54de1"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f19f4f92d6d74653" /><Relationship Type="http://schemas.openxmlformats.org/officeDocument/2006/relationships/image" Target="/ppt/media/image2.png" Id="Rad327d5341bb484c" /><Relationship Type="http://schemas.openxmlformats.org/officeDocument/2006/relationships/image" Target="/ppt/media/image2.svg" Id="Rdbfc9562175a44af" /><Relationship Type="http://schemas.openxmlformats.org/officeDocument/2006/relationships/image" Target="/ppt/media/image3.png" Id="R7ac969da91cc41b2" /><Relationship Type="http://schemas.openxmlformats.org/officeDocument/2006/relationships/image" Target="/ppt/media/image3.svg" Id="R918b52d5b4c04d2e" /><Relationship Type="http://schemas.openxmlformats.org/officeDocument/2006/relationships/image" Target="/ppt/media/image4.png" Id="Rc121d1de35c04250" /><Relationship Type="http://schemas.openxmlformats.org/officeDocument/2006/relationships/image" Target="/ppt/media/image4.svg" Id="R810b02ae31c9412e" /><Relationship Type="http://schemas.openxmlformats.org/officeDocument/2006/relationships/image" Target="/ppt/media/image5.png" Id="R6eea6056519c48a3" /><Relationship Type="http://schemas.openxmlformats.org/officeDocument/2006/relationships/image" Target="/ppt/media/image5.svg" Id="R604cbad290d74a9c" /><Relationship Type="http://schemas.openxmlformats.org/officeDocument/2006/relationships/image" Target="/ppt/media/image6.png" Id="R52b69a2a1c264bbc" /><Relationship Type="http://schemas.openxmlformats.org/officeDocument/2006/relationships/image" Target="/ppt/media/image6.svg" Id="Rf9fda175c45647bd" /><Relationship Type="http://schemas.openxmlformats.org/officeDocument/2006/relationships/notesSlide" Target="/ppt/notesSlides/notesSlide2.xml" Id="R9bbaf17ed6e84902"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2992b1cb33ea4d84" /><Relationship Type="http://schemas.openxmlformats.org/officeDocument/2006/relationships/notesSlide" Target="/ppt/notesSlides/notesSlide3.xml" Id="R9fa7ff0ad05b4619"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473831668fbe411c" /><Relationship Type="http://schemas.openxmlformats.org/officeDocument/2006/relationships/image" Target="/ppt/media/image7.png" Id="R735de9b52f8741e3" /><Relationship Type="http://schemas.openxmlformats.org/officeDocument/2006/relationships/image" Target="/ppt/media/image7.svg" Id="R6cd2d79202b4436f" /><Relationship Type="http://schemas.openxmlformats.org/officeDocument/2006/relationships/notesSlide" Target="/ppt/notesSlides/notesSlide4.xml" Id="R0263e189f0174b2d"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90d7f313e9224600" /><Relationship Type="http://schemas.openxmlformats.org/officeDocument/2006/relationships/image" Target="/ppt/media/image8.png" Id="Rae31f841405943bd" /><Relationship Type="http://schemas.openxmlformats.org/officeDocument/2006/relationships/image" Target="/ppt/media/image8.svg" Id="R46f78b68fc8b4b8c" /><Relationship Type="http://schemas.openxmlformats.org/officeDocument/2006/relationships/image" Target="/ppt/media/image9.png" Id="Ra228e4e6dc01470c" /><Relationship Type="http://schemas.openxmlformats.org/officeDocument/2006/relationships/image" Target="/ppt/media/image9.svg" Id="R149d2f3b0a924112" /><Relationship Type="http://schemas.openxmlformats.org/officeDocument/2006/relationships/image" Target="/ppt/media/image10.png" Id="Rafe93fe9b17b43c4" /><Relationship Type="http://schemas.openxmlformats.org/officeDocument/2006/relationships/image" Target="/ppt/media/image10.svg" Id="Rfac7e645139d4620" /><Relationship Type="http://schemas.openxmlformats.org/officeDocument/2006/relationships/image" Target="/ppt/media/image11.png" Id="R38788d09ab294cb1" /><Relationship Type="http://schemas.openxmlformats.org/officeDocument/2006/relationships/image" Target="/ppt/media/image11.svg" Id="R551fccbd3f534b35" /><Relationship Type="http://schemas.openxmlformats.org/officeDocument/2006/relationships/notesSlide" Target="/ppt/notesSlides/notesSlide5.xml" Id="Rdc7ae7133f744d24"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b4fb983df90d4850" /><Relationship Type="http://schemas.openxmlformats.org/officeDocument/2006/relationships/image" Target="/ppt/media/image12.png" Id="Rfe997ac9e23a4f3a" /><Relationship Type="http://schemas.openxmlformats.org/officeDocument/2006/relationships/image" Target="/ppt/media/image12.svg" Id="R2e91929434ce42f3" /><Relationship Type="http://schemas.openxmlformats.org/officeDocument/2006/relationships/image" Target="/ppt/media/image13.png" Id="Rc6d48d1101be4c3d" /><Relationship Type="http://schemas.openxmlformats.org/officeDocument/2006/relationships/image" Target="/ppt/media/image13.svg" Id="Rbbe11fcfb5a64941" /><Relationship Type="http://schemas.openxmlformats.org/officeDocument/2006/relationships/notesSlide" Target="/ppt/notesSlides/notesSlide6.xml" Id="R23fb340c9f51496e"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9f10751815474827" /><Relationship Type="http://schemas.openxmlformats.org/officeDocument/2006/relationships/image" Target="/ppt/media/image14.png" Id="Rd8bb989030cd4e45" /><Relationship Type="http://schemas.openxmlformats.org/officeDocument/2006/relationships/image" Target="/ppt/media/image14.svg" Id="R21e264ec6fdf47d2" /><Relationship Type="http://schemas.openxmlformats.org/officeDocument/2006/relationships/notesSlide" Target="/ppt/notesSlides/notesSlide7.xml" Id="R6ab98395a56f468b"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5905765c691f40a7" /><Relationship Type="http://schemas.openxmlformats.org/officeDocument/2006/relationships/notesSlide" Target="/ppt/notesSlides/notesSlide8.xml" Id="R72177077ee0e410d"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b841630d50954a6a" /><Relationship Type="http://schemas.openxmlformats.org/officeDocument/2006/relationships/image" Target="/ppt/media/image15.png" Id="R38624dfdcade466b" /><Relationship Type="http://schemas.openxmlformats.org/officeDocument/2006/relationships/image" Target="/ppt/media/image15.svg" Id="R613e4aa936974a9b" /><Relationship Type="http://schemas.openxmlformats.org/officeDocument/2006/relationships/image" Target="/ppt/media/image16.png" Id="Rab7b95eb752f43cb" /><Relationship Type="http://schemas.openxmlformats.org/officeDocument/2006/relationships/image" Target="/ppt/media/image16.svg" Id="Rd204ceb30496468d" /><Relationship Type="http://schemas.openxmlformats.org/officeDocument/2006/relationships/notesSlide" Target="/ppt/notesSlides/notesSlide9.xml" Id="R7252826a6e604e4f"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0c8f1a234c144c97" /><Relationship Type="http://schemas.openxmlformats.org/officeDocument/2006/relationships/image" Target="/ppt/media/image17.png" Id="R721d371717334ae3" /><Relationship Type="http://schemas.openxmlformats.org/officeDocument/2006/relationships/image" Target="/ppt/media/image17.svg" Id="Reeaa80ca46e24e3b" /><Relationship Type="http://schemas.openxmlformats.org/officeDocument/2006/relationships/image" Target="/ppt/media/image18.png" Id="R67997cb97c9b4836" /><Relationship Type="http://schemas.openxmlformats.org/officeDocument/2006/relationships/image" Target="/ppt/media/image18.svg" Id="R85d45102c237495f" /><Relationship Type="http://schemas.openxmlformats.org/officeDocument/2006/relationships/image" Target="/ppt/media/image19.png" Id="R988496ec8aec4d80" /><Relationship Type="http://schemas.openxmlformats.org/officeDocument/2006/relationships/image" Target="/ppt/media/image19.svg" Id="Rb2d31e1f76464e53" /><Relationship Type="http://schemas.openxmlformats.org/officeDocument/2006/relationships/image" Target="/ppt/media/image20.png" Id="R1df1d6bdb3b44224" /><Relationship Type="http://schemas.openxmlformats.org/officeDocument/2006/relationships/image" Target="/ppt/media/image20.svg" Id="R05aa31709c5d48ae" /><Relationship Type="http://schemas.openxmlformats.org/officeDocument/2006/relationships/image" Target="/ppt/media/image21.png" Id="R2bc6a005562c4a3b" /><Relationship Type="http://schemas.openxmlformats.org/officeDocument/2006/relationships/image" Target="/ppt/media/image21.svg" Id="Raf8fa3c1296f4a39" /><Relationship Type="http://schemas.openxmlformats.org/officeDocument/2006/relationships/notesSlide" Target="/ppt/notesSlides/notesSlide10.xml" Id="Rec549c7b161a45ee"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40652694ca784605" /><Relationship Type="http://schemas.openxmlformats.org/officeDocument/2006/relationships/image" Target="/ppt/media/image22.png" Id="Re9f1c931712f4e52" /><Relationship Type="http://schemas.openxmlformats.org/officeDocument/2006/relationships/image" Target="/ppt/media/image22.svg" Id="R81e1a125f9434d42" /><Relationship Type="http://schemas.openxmlformats.org/officeDocument/2006/relationships/image" Target="/ppt/media/image23.png" Id="R7e66996e022f49f8" /><Relationship Type="http://schemas.openxmlformats.org/officeDocument/2006/relationships/image" Target="/ppt/media/image23.svg" Id="R26bf4dfbba214b49" /><Relationship Type="http://schemas.openxmlformats.org/officeDocument/2006/relationships/image" Target="/ppt/media/image24.png" Id="R0d497a5afde145ba" /><Relationship Type="http://schemas.openxmlformats.org/officeDocument/2006/relationships/image" Target="/ppt/media/image24.svg" Id="R0099066a448d43ff" /><Relationship Type="http://schemas.openxmlformats.org/officeDocument/2006/relationships/notesSlide" Target="/ppt/notesSlides/notesSlide11.xml" Id="Rac3ea922ffe94a8a"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6cf98989e62e4d66" /><Relationship Type="http://schemas.openxmlformats.org/officeDocument/2006/relationships/image" Target="/ppt/media/image25.png" Id="R0f785a9ac3c84904" /><Relationship Type="http://schemas.openxmlformats.org/officeDocument/2006/relationships/image" Target="/ppt/media/image25.svg" Id="Rf1c172aa27c249d9" /><Relationship Type="http://schemas.openxmlformats.org/officeDocument/2006/relationships/image" Target="/ppt/media/image26.png" Id="R5514d63370c5424e" /><Relationship Type="http://schemas.openxmlformats.org/officeDocument/2006/relationships/image" Target="/ppt/media/image26.svg" Id="R19f3e9d60f424ab4" /><Relationship Type="http://schemas.openxmlformats.org/officeDocument/2006/relationships/image" Target="/ppt/media/image27.png" Id="R085fe260d5af46da" /><Relationship Type="http://schemas.openxmlformats.org/officeDocument/2006/relationships/image" Target="/ppt/media/image27.svg" Id="Ree494df51b584b0e" /><Relationship Type="http://schemas.openxmlformats.org/officeDocument/2006/relationships/image" Target="/ppt/media/image28.png" Id="Ree7b6abe66aa4c97" /><Relationship Type="http://schemas.openxmlformats.org/officeDocument/2006/relationships/image" Target="/ppt/media/image28.svg" Id="R2e18066c72634a2e" /><Relationship Type="http://schemas.openxmlformats.org/officeDocument/2006/relationships/image" Target="/ppt/media/image29.png" Id="R1fdeafaa852843e6" /><Relationship Type="http://schemas.openxmlformats.org/officeDocument/2006/relationships/image" Target="/ppt/media/image29.svg" Id="Rbff4a242b9d243bc" /><Relationship Type="http://schemas.openxmlformats.org/officeDocument/2006/relationships/image" Target="/ppt/media/image30.png" Id="R353e8bbae9f04f6c" /><Relationship Type="http://schemas.openxmlformats.org/officeDocument/2006/relationships/image" Target="/ppt/media/image30.svg" Id="R9a94c698957d4f00" /><Relationship Type="http://schemas.openxmlformats.org/officeDocument/2006/relationships/image" Target="/ppt/media/image31.png" Id="R7240b0400ed7401d" /><Relationship Type="http://schemas.openxmlformats.org/officeDocument/2006/relationships/image" Target="/ppt/media/image31.svg" Id="R7822e1faf8aa4d0c" /><Relationship Type="http://schemas.openxmlformats.org/officeDocument/2006/relationships/image" Target="/ppt/media/image32.png" Id="Rfa54afa5736d495e" /><Relationship Type="http://schemas.openxmlformats.org/officeDocument/2006/relationships/image" Target="/ppt/media/image32.svg" Id="R0b49b70fcde14465" /><Relationship Type="http://schemas.openxmlformats.org/officeDocument/2006/relationships/image" Target="/ppt/media/image33.png" Id="R9038f0039e3f4846" /><Relationship Type="http://schemas.openxmlformats.org/officeDocument/2006/relationships/image" Target="/ppt/media/image33.svg" Id="R78ef2d87ec0f4ef5" /><Relationship Type="http://schemas.openxmlformats.org/officeDocument/2006/relationships/image" Target="/ppt/media/image34.png" Id="R6dc4e79d999f48c6" /><Relationship Type="http://schemas.openxmlformats.org/officeDocument/2006/relationships/image" Target="/ppt/media/image35.png" Id="R454bb4f4e7264980" /><Relationship Type="http://schemas.openxmlformats.org/officeDocument/2006/relationships/image" Target="/ppt/media/image34.svg" Id="Re121eb99acad4eda" /><Relationship Type="http://schemas.openxmlformats.org/officeDocument/2006/relationships/image" Target="/ppt/media/image35.svg" Id="Rea1255976e6945f8" /><Relationship Type="http://schemas.openxmlformats.org/officeDocument/2006/relationships/image" Target="/ppt/media/image36.png" Id="Rae2f87206a7d46cb" /><Relationship Type="http://schemas.openxmlformats.org/officeDocument/2006/relationships/image" Target="/ppt/media/image37.png" Id="R88405c5e0d714086" /><Relationship Type="http://schemas.openxmlformats.org/officeDocument/2006/relationships/image" Target="/ppt/media/image36.svg" Id="R5384ab69ecde4aa4" /><Relationship Type="http://schemas.openxmlformats.org/officeDocument/2006/relationships/notesSlide" Target="/ppt/notesSlides/notesSlide12.xml" Id="R93b668711c5c490b"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49af86028694428b" /><Relationship Type="http://schemas.openxmlformats.org/officeDocument/2006/relationships/image" Target="/ppt/media/image37.svg" Id="R825de3799b1142c9" /><Relationship Type="http://schemas.openxmlformats.org/officeDocument/2006/relationships/image" Target="/ppt/media/image36.png" Id="Ra9f5b87651844d9e" /><Relationship Type="http://schemas.openxmlformats.org/officeDocument/2006/relationships/image" Target="/ppt/media/image38.png" Id="R83d0dfb472c843ce" /><Relationship Type="http://schemas.openxmlformats.org/officeDocument/2006/relationships/image" Target="/ppt/media/image38.svg" Id="R21de9328ab304fcf" /><Relationship Type="http://schemas.openxmlformats.org/officeDocument/2006/relationships/image" Target="/ppt/media/image39.png" Id="R35d2fab0d0744e62" /><Relationship Type="http://schemas.openxmlformats.org/officeDocument/2006/relationships/image" Target="/ppt/media/image39.svg" Id="R59a9c0617c3f47d2" /><Relationship Type="http://schemas.openxmlformats.org/officeDocument/2006/relationships/image" Target="/ppt/media/image40.png" Id="R4543ed8f06aa4760" /><Relationship Type="http://schemas.openxmlformats.org/officeDocument/2006/relationships/image" Target="/ppt/media/image41.png" Id="R84b13dcc068b45b7" /><Relationship Type="http://schemas.openxmlformats.org/officeDocument/2006/relationships/image" Target="/ppt/media/image40.svg" Id="R5035eaaf233e4e09" /><Relationship Type="http://schemas.openxmlformats.org/officeDocument/2006/relationships/image" Target="/ppt/media/image41.svg" Id="Ra69f67493a9c42a2" /><Relationship Type="http://schemas.openxmlformats.org/officeDocument/2006/relationships/image" Target="/ppt/media/image42.png" Id="Rf6529a75db544e3d" /><Relationship Type="http://schemas.openxmlformats.org/officeDocument/2006/relationships/image" Target="/ppt/media/image43.png" Id="R5c5ed75ebc434100" /><Relationship Type="http://schemas.openxmlformats.org/officeDocument/2006/relationships/image" Target="/ppt/media/image42.svg" Id="R4619d21115c34bc1" /><Relationship Type="http://schemas.openxmlformats.org/officeDocument/2006/relationships/image" Target="/ppt/media/image43.svg" Id="R179c9b377f394b37" /><Relationship Type="http://schemas.openxmlformats.org/officeDocument/2006/relationships/image" Target="/ppt/media/image44.png" Id="Rc80d257a5c194425" /><Relationship Type="http://schemas.openxmlformats.org/officeDocument/2006/relationships/image" Target="/ppt/media/image45.png" Id="R4bb295fd4fc64c51" /><Relationship Type="http://schemas.openxmlformats.org/officeDocument/2006/relationships/image" Target="/ppt/media/image44.svg" Id="R5a90792f912a412f" /><Relationship Type="http://schemas.openxmlformats.org/officeDocument/2006/relationships/image" Target="/ppt/media/image46.png" Id="R84ab038c92274bf1" /><Relationship Type="http://schemas.openxmlformats.org/officeDocument/2006/relationships/image" Target="/ppt/media/image45.svg" Id="Rc2da7c030ea7487f" /><Relationship Type="http://schemas.openxmlformats.org/officeDocument/2006/relationships/image" Target="/ppt/media/image47.png" Id="Rc31fe3a84a394159" /><Relationship Type="http://schemas.openxmlformats.org/officeDocument/2006/relationships/image" Target="/ppt/media/image46.svg" Id="R008f62c817fa42d5" /><Relationship Type="http://schemas.openxmlformats.org/officeDocument/2006/relationships/image" Target="/ppt/media/image48.png" Id="Rc24f8a7c2e7f4ebb" /><Relationship Type="http://schemas.openxmlformats.org/officeDocument/2006/relationships/image" Target="/ppt/media/image47.svg" Id="R45ef126349e24ddc" /><Relationship Type="http://schemas.openxmlformats.org/officeDocument/2006/relationships/image" Target="/ppt/media/image49.png" Id="R2974fd890dc145cd" /><Relationship Type="http://schemas.openxmlformats.org/officeDocument/2006/relationships/image" Target="/ppt/media/image48.svg" Id="R02d747742ec349ad" /><Relationship Type="http://schemas.openxmlformats.org/officeDocument/2006/relationships/image" Target="/ppt/media/image50.png" Id="R8dba393d99524276" /><Relationship Type="http://schemas.openxmlformats.org/officeDocument/2006/relationships/image" Target="/ppt/media/image49.svg" Id="R4f41e3a6caa1442a" /><Relationship Type="http://schemas.openxmlformats.org/officeDocument/2006/relationships/image" Target="/ppt/media/image51.png" Id="Rcba23fe5173b4d87" /><Relationship Type="http://schemas.openxmlformats.org/officeDocument/2006/relationships/image" Target="/ppt/media/image52.png" Id="R3e7b4fa02dca489d" /><Relationship Type="http://schemas.openxmlformats.org/officeDocument/2006/relationships/image" Target="/ppt/media/image50.svg" Id="R020d8f2a705241b1" /><Relationship Type="http://schemas.openxmlformats.org/officeDocument/2006/relationships/image" Target="/ppt/media/image51.svg" Id="R36950840c2664f19" /><Relationship Type="http://schemas.openxmlformats.org/officeDocument/2006/relationships/notesSlide" Target="/ppt/notesSlides/notesSlide13.xml" Id="Re76cd5acbb4d4a1e"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5b4cf0543bc3437c" /><Relationship Type="http://schemas.openxmlformats.org/officeDocument/2006/relationships/image" Target="/ppt/media/image53.png" Id="R567ea27bedf34963" /><Relationship Type="http://schemas.openxmlformats.org/officeDocument/2006/relationships/image" Target="/ppt/media/image52.svg" Id="Raaae2a2e1bc14cd3" /><Relationship Type="http://schemas.openxmlformats.org/officeDocument/2006/relationships/notesSlide" Target="/ppt/notesSlides/notesSlide14.xml" Id="R903fac3ada7b42c0"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728b0e8ec90c4186" /><Relationship Type="http://schemas.openxmlformats.org/officeDocument/2006/relationships/image" Target="/ppt/media/image53.svg" Id="Rf86b926443174e8b" /><Relationship Type="http://schemas.openxmlformats.org/officeDocument/2006/relationships/image" Target="/ppt/media/image51.png" Id="Re71d4d78600641ee" /><Relationship Type="http://schemas.openxmlformats.org/officeDocument/2006/relationships/notesSlide" Target="/ppt/notesSlides/notesSlide15.xml" Id="R72f047e822564763"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4e1cae1591c74d19" /><Relationship Type="http://schemas.openxmlformats.org/officeDocument/2006/relationships/image" Target="/ppt/media/image54.png" Id="Rf0fbe18b49e34935" /><Relationship Type="http://schemas.openxmlformats.org/officeDocument/2006/relationships/image" Target="/ppt/media/image54.svg" Id="R0961378df6984746" /><Relationship Type="http://schemas.openxmlformats.org/officeDocument/2006/relationships/image" Target="/ppt/media/image55.png" Id="Raec63d91cb244f93" /><Relationship Type="http://schemas.openxmlformats.org/officeDocument/2006/relationships/image" Target="/ppt/media/image55.svg" Id="R9ad2a93ac6f0405f" /><Relationship Type="http://schemas.openxmlformats.org/officeDocument/2006/relationships/image" Target="/ppt/media/image56.png" Id="R7e5b52513e694161" /><Relationship Type="http://schemas.openxmlformats.org/officeDocument/2006/relationships/image" Target="/ppt/media/image56.svg" Id="Rc0d0db6bfc8b4a5c" /><Relationship Type="http://schemas.openxmlformats.org/officeDocument/2006/relationships/image" Target="/ppt/media/image57.png" Id="Rfa14cf715ef14b75" /><Relationship Type="http://schemas.openxmlformats.org/officeDocument/2006/relationships/image" Target="/ppt/media/image57.svg" Id="R532f7f64c9d448d1" /><Relationship Type="http://schemas.openxmlformats.org/officeDocument/2006/relationships/notesSlide" Target="/ppt/notesSlides/notesSlide16.xml" Id="Ra039cff59ffe4762" /></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sp>
        <p:nvSpPr>
          <p:cNvPr id="2" name="Shape 1">
            <a:extLst xmlns:a="http://schemas.openxmlformats.org/drawingml/2006/main">
              <a:ext uri="{FF2B5EF4-FFF2-40B4-BE49-F238E27FC236}">
                <a16:creationId xmlns:a16="http://schemas.microsoft.com/office/drawing/2014/main" id="{5085B0CD-A037-4324-A439-2AF5EEA28FE6}"/>
              </a:ext>
            </a:extLst>
          </p:cNvPr>
          <p:cNvSpPr>
            <a:spLocks xmlns:a="http://schemas.openxmlformats.org/drawingml/2006/main" noGrp="1"/>
          </p:cNvSpPr>
          <p:nvPr/>
        </p:nvSpPr>
        <p:spPr>
          <a:xfrm xmlns:a="http://schemas.openxmlformats.org/drawingml/2006/main">
            <a:off x="0" y="86"/>
            <a:ext cx="12191695" cy="6857829"/>
          </a:xfrm>
          <a:prstGeom xmlns:a="http://schemas.openxmlformats.org/drawingml/2006/main" prst="rect">
            <a:avLst/>
          </a:prstGeom>
          <a:solidFill xmlns:a="http://schemas.openxmlformats.org/drawingml/2006/main">
            <a:srgbClr val="162A2D"/>
          </a:solidFill>
        </p:spPr>
      </p:sp>
      <p:sp>
        <p:nvSpPr>
          <p:cNvPr id="3" name="TextBox 3">
            <a:extLst xmlns:a="http://schemas.openxmlformats.org/drawingml/2006/main">
              <a:ext uri="{FF2B5EF4-FFF2-40B4-BE49-F238E27FC236}">
                <a16:creationId xmlns:a16="http://schemas.microsoft.com/office/drawing/2014/main" id="{F2BF80EC-4BDE-4496-9863-009D76EF0E8C}"/>
              </a:ext>
            </a:extLst>
          </p:cNvPr>
          <p:cNvSpPr>
            <a:spLocks xmlns:a="http://schemas.openxmlformats.org/drawingml/2006/main" noGrp="1"/>
          </p:cNvSpPr>
          <p:nvPr/>
        </p:nvSpPr>
        <p:spPr>
          <a:xfrm xmlns:a="http://schemas.openxmlformats.org/drawingml/2006/main">
            <a:off x="609585" y="546172"/>
            <a:ext cx="2285943" cy="215895"/>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buNone/>
            </a:pPr>
            <a:r>
              <a:rPr sz="1000" b="1" spc="200">
                <a:solidFill>
                  <a:srgbClr val="00A99D"/>
                </a:solidFill>
                <a:latin typeface="Arial"/>
                <a:ea typeface="Arial"/>
                <a:cs typeface="Arial"/>
              </a:rPr>
              <a:t>SENIOR AI ENGINEER · CASE STUDY</a:t>
            </a:r>
            <a:endParaRPr sz="1000"/>
          </a:p>
        </p:txBody>
      </p:sp>
      <p:sp>
        <p:nvSpPr>
          <p:cNvPr id="4" name="TextBox 7">
            <a:extLst xmlns:a="http://schemas.openxmlformats.org/drawingml/2006/main">
              <a:ext uri="{FF2B5EF4-FFF2-40B4-BE49-F238E27FC236}">
                <a16:creationId xmlns:a16="http://schemas.microsoft.com/office/drawing/2014/main" id="{F9F6A381-0B18-4A4A-A609-3DBF944E259E}"/>
              </a:ext>
            </a:extLst>
          </p:cNvPr>
          <p:cNvSpPr>
            <a:spLocks xmlns:a="http://schemas.openxmlformats.org/drawingml/2006/main" noGrp="1"/>
          </p:cNvSpPr>
          <p:nvPr/>
        </p:nvSpPr>
        <p:spPr>
          <a:xfrm xmlns:a="http://schemas.openxmlformats.org/drawingml/2006/main">
            <a:off x="609585" y="1016060"/>
            <a:ext cx="6667333" cy="1438437"/>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lnSpc>
                <a:spcPts val="5664"/>
              </a:lnSpc>
              <a:buNone/>
            </a:pPr>
            <a:r>
              <a:rPr sz="5900" spc="-300">
                <a:solidFill>
                  <a:srgbClr val="FFFFFF"/>
                </a:solidFill>
                <a:latin typeface="Arial"/>
                <a:ea typeface="Arial"/>
                <a:cs typeface="Arial"/>
              </a:rPr>
              <a:t>Six tasks.</a:t>
            </a:r>
            <a:endParaRPr sz="5900"/>
          </a:p>
          <a:p xmlns:a="http://schemas.openxmlformats.org/drawingml/2006/main">
            <a:pPr marL="0" indent="0" algn="l">
              <a:lnSpc>
                <a:spcPts val="5664"/>
              </a:lnSpc>
              <a:buNone/>
            </a:pPr>
            <a:r>
              <a:rPr sz="5900" spc="-300">
                <a:solidFill>
                  <a:srgbClr val="FFFFFF"/>
                </a:solidFill>
                <a:latin typeface="Arial"/>
                <a:ea typeface="Arial"/>
                <a:cs typeface="Arial"/>
              </a:rPr>
              <a:t>One hiring signal.</a:t>
            </a:r>
            <a:endParaRPr sz="5900"/>
          </a:p>
        </p:txBody>
      </p:sp>
      <p:sp>
        <p:nvSpPr>
          <p:cNvPr id="5" name="Shape 10">
            <a:extLst xmlns:a="http://schemas.openxmlformats.org/drawingml/2006/main">
              <a:ext uri="{FF2B5EF4-FFF2-40B4-BE49-F238E27FC236}">
                <a16:creationId xmlns:a16="http://schemas.microsoft.com/office/drawing/2014/main" id="{0F5BBF7D-C31A-4563-9AFE-EEEDC04F7448}"/>
              </a:ext>
            </a:extLst>
          </p:cNvPr>
          <p:cNvSpPr>
            <a:spLocks xmlns:a="http://schemas.openxmlformats.org/drawingml/2006/main" noGrp="1"/>
          </p:cNvSpPr>
          <p:nvPr/>
        </p:nvSpPr>
        <p:spPr>
          <a:xfrm xmlns:a="http://schemas.openxmlformats.org/drawingml/2006/main">
            <a:off x="660383" y="4356077"/>
            <a:ext cx="5905352" cy="825479"/>
          </a:xfrm>
          <a:prstGeom xmlns:a="http://schemas.openxmlformats.org/drawingml/2006/main" prst="rect">
            <a:avLst/>
          </a:prstGeom>
          <a:noFill xmlns:a="http://schemas.openxmlformats.org/drawingml/2006/main"/>
        </p:spPr>
      </p:sp>
      <p:pic>
        <p:nvPicPr>
          <p:cNvPr id="22" name="Picture 10"/>
          <p:cNvPicPr>
            <a:picLocks xmlns:a="http://schemas.openxmlformats.org/drawingml/2006/main" noChangeAspect="1"/>
          </p:cNvPicPr>
          <p:nvPr/>
        </p:nvPicPr>
        <p:blipFill>
          <a:blip xmlns:r="http://schemas.openxmlformats.org/officeDocument/2006/relationships" xmlns:a="http://schemas.openxmlformats.org/drawingml/2006/main" r:embed="Rc55a46f0319e4a97">
            <a:extLst>
              <a:ext uri="{96DAC541-7B7A-43D3-8B79-37D633B846F1}">
                <asvg:svgBlip xmlns:asvg="http://schemas.microsoft.com/office/drawing/2016/SVG/main" r:embed="R4c6126597e4742f2"/>
              </a:ext>
            </a:extLst>
          </a:blip>
          <a:stretch xmlns:a="http://schemas.openxmlformats.org/drawingml/2006/main">
            <a:fillRect l="0" t="0" r="0" b="0"/>
          </a:stretch>
        </p:blipFill>
        <p:spPr>
          <a:xfrm xmlns:a="http://schemas.openxmlformats.org/drawingml/2006/main">
            <a:off x="660383" y="4356077"/>
            <a:ext cx="5905352" cy="825479"/>
          </a:xfrm>
          <a:prstGeom xmlns:a="http://schemas.openxmlformats.org/drawingml/2006/main" prst="rect">
            <a:avLst/>
          </a:prstGeom>
        </p:spPr>
      </p:pic>
      <p:sp>
        <p:nvSpPr>
          <p:cNvPr id="7" name="TextBox 12">
            <a:extLst xmlns:a="http://schemas.openxmlformats.org/drawingml/2006/main">
              <a:ext uri="{FF2B5EF4-FFF2-40B4-BE49-F238E27FC236}">
                <a16:creationId xmlns:a16="http://schemas.microsoft.com/office/drawing/2014/main" id="{812C26BD-9FDB-48DF-BB58-CADFFE150B3F}"/>
              </a:ext>
            </a:extLst>
          </p:cNvPr>
          <p:cNvSpPr>
            <a:spLocks xmlns:a="http://schemas.openxmlformats.org/drawingml/2006/main" noGrp="1"/>
          </p:cNvSpPr>
          <p:nvPr/>
        </p:nvSpPr>
        <p:spPr>
          <a:xfrm xmlns:a="http://schemas.openxmlformats.org/drawingml/2006/main">
            <a:off x="914377" y="4356077"/>
            <a:ext cx="5651359" cy="552635"/>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lnSpc>
                <a:spcPts val="2176"/>
              </a:lnSpc>
              <a:buNone/>
            </a:pPr>
            <a:r>
              <a:rPr sz="1700">
                <a:solidFill>
                  <a:srgbClr val="F4F1EA"/>
                </a:solidFill>
                <a:latin typeface="Arial"/>
                <a:ea typeface="Arial"/>
                <a:cs typeface="Arial"/>
              </a:rPr>
              <a:t>I turn ambiguous AI problems into</a:t>
            </a:r>
            <a:endParaRPr sz="1700"/>
          </a:p>
          <a:p xmlns:a="http://schemas.openxmlformats.org/drawingml/2006/main">
            <a:pPr marL="0" indent="0" algn="l">
              <a:lnSpc>
                <a:spcPts val="2176"/>
              </a:lnSpc>
              <a:buNone/>
            </a:pPr>
            <a:r>
              <a:rPr sz="1700">
                <a:solidFill>
                  <a:srgbClr val="F4F1EA"/>
                </a:solidFill>
                <a:latin typeface="Arial"/>
                <a:ea typeface="Arial"/>
                <a:cs typeface="Arial"/>
              </a:rPr>
              <a:t>reviewable, deployable systems.</a:t>
            </a:r>
            <a:endParaRPr sz="1700"/>
          </a:p>
        </p:txBody>
      </p:sp>
      <p:sp>
        <p:nvSpPr>
          <p:cNvPr id="8" name="Shape 15">
            <a:extLst xmlns:a="http://schemas.openxmlformats.org/drawingml/2006/main">
              <a:ext uri="{FF2B5EF4-FFF2-40B4-BE49-F238E27FC236}">
                <a16:creationId xmlns:a16="http://schemas.microsoft.com/office/drawing/2014/main" id="{C03A470E-D90D-45F9-9E39-EC97B60D9965}"/>
              </a:ext>
            </a:extLst>
          </p:cNvPr>
          <p:cNvSpPr>
            <a:spLocks xmlns:a="http://schemas.openxmlformats.org/drawingml/2006/main" noGrp="1"/>
          </p:cNvSpPr>
          <p:nvPr/>
        </p:nvSpPr>
        <p:spPr>
          <a:xfrm xmlns:a="http://schemas.openxmlformats.org/drawingml/2006/main">
            <a:off x="7480113" y="609670"/>
            <a:ext cx="4127397" cy="4127397"/>
          </a:xfrm>
          <a:prstGeom xmlns:a="http://schemas.openxmlformats.org/drawingml/2006/main" prst="ellipse">
            <a:avLst/>
          </a:prstGeom>
          <a:noFill xmlns:a="http://schemas.openxmlformats.org/drawingml/2006/main"/>
          <a:ln xmlns:a="http://schemas.openxmlformats.org/drawingml/2006/main" w="12700">
            <a:solidFill>
              <a:srgbClr val="FFFFFF">
                <a:alpha val="24000"/>
              </a:srgbClr>
            </a:solidFill>
            <a:prstDash val="solid"/>
          </a:ln>
        </p:spPr>
      </p:sp>
      <p:sp>
        <p:nvSpPr>
          <p:cNvPr id="9" name="Shape 17">
            <a:extLst xmlns:a="http://schemas.openxmlformats.org/drawingml/2006/main">
              <a:ext uri="{FF2B5EF4-FFF2-40B4-BE49-F238E27FC236}">
                <a16:creationId xmlns:a16="http://schemas.microsoft.com/office/drawing/2014/main" id="{56C99DF2-3135-4897-A4D7-090C0A0C5DE9}"/>
              </a:ext>
            </a:extLst>
          </p:cNvPr>
          <p:cNvSpPr>
            <a:spLocks xmlns:a="http://schemas.openxmlformats.org/drawingml/2006/main" noGrp="1"/>
          </p:cNvSpPr>
          <p:nvPr/>
        </p:nvSpPr>
        <p:spPr>
          <a:xfrm xmlns:a="http://schemas.openxmlformats.org/drawingml/2006/main">
            <a:off x="7937302" y="1066859"/>
            <a:ext cx="3238419" cy="3238419"/>
          </a:xfrm>
          <a:prstGeom xmlns:a="http://schemas.openxmlformats.org/drawingml/2006/main" prst="ellipse">
            <a:avLst/>
          </a:prstGeom>
          <a:noFill xmlns:a="http://schemas.openxmlformats.org/drawingml/2006/main"/>
          <a:ln xmlns:a="http://schemas.openxmlformats.org/drawingml/2006/main" w="12700">
            <a:solidFill>
              <a:srgbClr val="00A99D">
                <a:alpha val="48000"/>
              </a:srgbClr>
            </a:solidFill>
            <a:prstDash val="solid"/>
          </a:ln>
        </p:spPr>
      </p:sp>
      <p:sp>
        <p:nvSpPr>
          <p:cNvPr id="10" name="Shape 19">
            <a:extLst xmlns:a="http://schemas.openxmlformats.org/drawingml/2006/main">
              <a:ext uri="{FF2B5EF4-FFF2-40B4-BE49-F238E27FC236}">
                <a16:creationId xmlns:a16="http://schemas.microsoft.com/office/drawing/2014/main" id="{4487222D-1C58-4F53-B9C1-9D83741AFF16}"/>
              </a:ext>
            </a:extLst>
          </p:cNvPr>
          <p:cNvSpPr>
            <a:spLocks xmlns:a="http://schemas.openxmlformats.org/drawingml/2006/main" noGrp="1"/>
          </p:cNvSpPr>
          <p:nvPr/>
        </p:nvSpPr>
        <p:spPr>
          <a:xfrm xmlns:a="http://schemas.openxmlformats.org/drawingml/2006/main">
            <a:off x="8661183" y="1790741"/>
            <a:ext cx="1790655" cy="1790655"/>
          </a:xfrm>
          <a:prstGeom xmlns:a="http://schemas.openxmlformats.org/drawingml/2006/main" prst="ellipse">
            <a:avLst/>
          </a:prstGeom>
          <a:solidFill xmlns:a="http://schemas.openxmlformats.org/drawingml/2006/main">
            <a:srgbClr val="00A99D"/>
          </a:solidFill>
        </p:spPr>
      </p:sp>
      <p:sp>
        <p:nvSpPr>
          <p:cNvPr id="11" name="TextBox 21">
            <a:extLst xmlns:a="http://schemas.openxmlformats.org/drawingml/2006/main">
              <a:ext uri="{FF2B5EF4-FFF2-40B4-BE49-F238E27FC236}">
                <a16:creationId xmlns:a16="http://schemas.microsoft.com/office/drawing/2014/main" id="{72B9108E-95B8-45BA-A102-742D5CF5391F}"/>
              </a:ext>
            </a:extLst>
          </p:cNvPr>
          <p:cNvSpPr>
            <a:spLocks xmlns:a="http://schemas.openxmlformats.org/drawingml/2006/main" noGrp="1"/>
          </p:cNvSpPr>
          <p:nvPr/>
        </p:nvSpPr>
        <p:spPr>
          <a:xfrm xmlns:a="http://schemas.openxmlformats.org/drawingml/2006/main">
            <a:off x="8731032" y="2336827"/>
            <a:ext cx="1650959" cy="698483"/>
          </a:xfrm>
          <a:prstGeom xmlns:a="http://schemas.openxmlformats.org/drawingml/2006/main" prst="rect">
            <a:avLst/>
          </a:prstGeom>
          <a:noFill xmlns:a="http://schemas.openxmlformats.org/drawingml/2006/main"/>
        </p:spPr>
        <p:txBody>
          <a:bodyPr xmlns:a="http://schemas.openxmlformats.org/drawingml/2006/main" wrap="none" lIns="0" tIns="0" rIns="0" bIns="0" anchor="t">
            <a:spAutoFit/>
          </a:bodyPr>
          <a:lstStyle xmlns:a="http://schemas.openxmlformats.org/drawingml/2006/main"/>
          <a:p xmlns:a="http://schemas.openxmlformats.org/drawingml/2006/main">
            <a:pPr marL="0" indent="0" algn="ctr">
              <a:buNone/>
            </a:pPr>
            <a:r>
              <a:rPr sz="4400" b="1" spc="-200">
                <a:solidFill>
                  <a:srgbClr val="162A2D"/>
                </a:solidFill>
                <a:latin typeface="Arial"/>
                <a:ea typeface="Arial"/>
                <a:cs typeface="Arial"/>
              </a:rPr>
              <a:t>6→1</a:t>
            </a:r>
            <a:endParaRPr sz="4400"/>
          </a:p>
        </p:txBody>
      </p:sp>
      <p:sp>
        <p:nvSpPr>
          <p:cNvPr id="12" name="TextBox 24">
            <a:extLst xmlns:a="http://schemas.openxmlformats.org/drawingml/2006/main">
              <a:ext uri="{FF2B5EF4-FFF2-40B4-BE49-F238E27FC236}">
                <a16:creationId xmlns:a16="http://schemas.microsoft.com/office/drawing/2014/main" id="{30F090E7-0AD8-48E5-AD64-92C212DEE531}"/>
              </a:ext>
            </a:extLst>
          </p:cNvPr>
          <p:cNvSpPr>
            <a:spLocks xmlns:a="http://schemas.openxmlformats.org/drawingml/2006/main" noGrp="1"/>
          </p:cNvSpPr>
          <p:nvPr/>
        </p:nvSpPr>
        <p:spPr>
          <a:xfrm xmlns:a="http://schemas.openxmlformats.org/drawingml/2006/main">
            <a:off x="7746806" y="2476524"/>
            <a:ext cx="1142971" cy="355591"/>
          </a:xfrm>
          <a:prstGeom xmlns:a="http://schemas.openxmlformats.org/drawingml/2006/main" prst="roundRect">
            <a:avLst>
              <a:gd name="adj" fmla="val 50000"/>
            </a:avLst>
          </a:prstGeom>
          <a:solidFill xmlns:a="http://schemas.openxmlformats.org/drawingml/2006/main">
            <a:srgbClr val="FFFFFF"/>
          </a:solidFill>
        </p:spPr>
        <p:txBody>
          <a:bodyPr xmlns:a="http://schemas.openxmlformats.org/drawingml/2006/main" wrap="square" lIns="0" tIns="0" rIns="0" bIns="0" anchor="ctr">
            <a:spAutoFit/>
          </a:bodyPr>
          <a:lstStyle xmlns:a="http://schemas.openxmlformats.org/drawingml/2006/main"/>
          <a:p xmlns:a="http://schemas.openxmlformats.org/drawingml/2006/main">
            <a:pPr marL="0" indent="0" algn="ctr">
              <a:buNone/>
            </a:pPr>
            <a:r>
              <a:rPr sz="1100" b="1">
                <a:solidFill>
                  <a:srgbClr val="162A2D"/>
                </a:solidFill>
                <a:latin typeface="Arial"/>
                <a:ea typeface="Arial"/>
                <a:cs typeface="Arial"/>
              </a:rPr>
              <a:t>REASON</a:t>
            </a:r>
            <a:endParaRPr sz="1100"/>
          </a:p>
        </p:txBody>
      </p:sp>
      <p:sp>
        <p:nvSpPr>
          <p:cNvPr id="13" name="TextBox 26">
            <a:extLst xmlns:a="http://schemas.openxmlformats.org/drawingml/2006/main">
              <a:ext uri="{FF2B5EF4-FFF2-40B4-BE49-F238E27FC236}">
                <a16:creationId xmlns:a16="http://schemas.microsoft.com/office/drawing/2014/main" id="{C7A4174A-EDAD-4018-8DD9-D03B4400EEEC}"/>
              </a:ext>
            </a:extLst>
          </p:cNvPr>
          <p:cNvSpPr>
            <a:spLocks xmlns:a="http://schemas.openxmlformats.org/drawingml/2006/main" noGrp="1"/>
          </p:cNvSpPr>
          <p:nvPr/>
        </p:nvSpPr>
        <p:spPr>
          <a:xfrm xmlns:a="http://schemas.openxmlformats.org/drawingml/2006/main">
            <a:off x="10274043" y="1384351"/>
            <a:ext cx="1142971" cy="355591"/>
          </a:xfrm>
          <a:prstGeom xmlns:a="http://schemas.openxmlformats.org/drawingml/2006/main" prst="roundRect">
            <a:avLst>
              <a:gd name="adj" fmla="val 50000"/>
            </a:avLst>
          </a:prstGeom>
          <a:noFill xmlns:a="http://schemas.openxmlformats.org/drawingml/2006/main"/>
          <a:ln xmlns:a="http://schemas.openxmlformats.org/drawingml/2006/main" w="12700">
            <a:solidFill>
              <a:srgbClr val="00A99D"/>
            </a:solidFill>
            <a:prstDash val="solid"/>
          </a:ln>
        </p:spPr>
        <p:txBody>
          <a:bodyPr xmlns:a="http://schemas.openxmlformats.org/drawingml/2006/main" wrap="square" lIns="0" tIns="0" rIns="0" bIns="0" anchor="ctr">
            <a:spAutoFit/>
          </a:bodyPr>
          <a:lstStyle xmlns:a="http://schemas.openxmlformats.org/drawingml/2006/main"/>
          <a:p xmlns:a="http://schemas.openxmlformats.org/drawingml/2006/main">
            <a:pPr marL="0" indent="0" algn="ctr">
              <a:buNone/>
            </a:pPr>
            <a:r>
              <a:rPr sz="1100" b="1">
                <a:solidFill>
                  <a:srgbClr val="FFFFFF"/>
                </a:solidFill>
                <a:latin typeface="Arial"/>
                <a:ea typeface="Arial"/>
                <a:cs typeface="Arial"/>
              </a:rPr>
              <a:t>SERVE</a:t>
            </a:r>
            <a:endParaRPr sz="1100"/>
          </a:p>
        </p:txBody>
      </p:sp>
      <p:sp>
        <p:nvSpPr>
          <p:cNvPr id="14" name="TextBox 28">
            <a:extLst xmlns:a="http://schemas.openxmlformats.org/drawingml/2006/main">
              <a:ext uri="{FF2B5EF4-FFF2-40B4-BE49-F238E27FC236}">
                <a16:creationId xmlns:a16="http://schemas.microsoft.com/office/drawing/2014/main" id="{6573BE6E-0A8B-4319-918D-DCBDEF2C080E}"/>
              </a:ext>
            </a:extLst>
          </p:cNvPr>
          <p:cNvSpPr>
            <a:spLocks xmlns:a="http://schemas.openxmlformats.org/drawingml/2006/main" noGrp="1"/>
          </p:cNvSpPr>
          <p:nvPr/>
        </p:nvSpPr>
        <p:spPr>
          <a:xfrm xmlns:a="http://schemas.openxmlformats.org/drawingml/2006/main">
            <a:off x="10350241" y="3632195"/>
            <a:ext cx="1142971" cy="355591"/>
          </a:xfrm>
          <a:prstGeom xmlns:a="http://schemas.openxmlformats.org/drawingml/2006/main" prst="roundRect">
            <a:avLst>
              <a:gd name="adj" fmla="val 50000"/>
            </a:avLst>
          </a:prstGeom>
          <a:solidFill xmlns:a="http://schemas.openxmlformats.org/drawingml/2006/main">
            <a:srgbClr val="F4F1EA"/>
          </a:solidFill>
        </p:spPr>
        <p:txBody>
          <a:bodyPr xmlns:a="http://schemas.openxmlformats.org/drawingml/2006/main" wrap="square" lIns="0" tIns="0" rIns="0" bIns="0" anchor="ctr">
            <a:spAutoFit/>
          </a:bodyPr>
          <a:lstStyle xmlns:a="http://schemas.openxmlformats.org/drawingml/2006/main"/>
          <a:p xmlns:a="http://schemas.openxmlformats.org/drawingml/2006/main">
            <a:pPr marL="0" indent="0" algn="ctr">
              <a:buNone/>
            </a:pPr>
            <a:r>
              <a:rPr sz="1100" b="1">
                <a:solidFill>
                  <a:srgbClr val="162A2D"/>
                </a:solidFill>
                <a:latin typeface="Arial"/>
                <a:ea typeface="Arial"/>
                <a:cs typeface="Arial"/>
              </a:rPr>
              <a:t>DEPLOY</a:t>
            </a:r>
            <a:endParaRPr sz="1100"/>
          </a:p>
        </p:txBody>
      </p:sp>
      <p:sp>
        <p:nvSpPr>
          <p:cNvPr id="15" name="TextBox 31">
            <a:extLst xmlns:a="http://schemas.openxmlformats.org/drawingml/2006/main">
              <a:ext uri="{FF2B5EF4-FFF2-40B4-BE49-F238E27FC236}">
                <a16:creationId xmlns:a16="http://schemas.microsoft.com/office/drawing/2014/main" id="{F1120D59-BD0D-4F73-8859-65A072BC8B6E}"/>
              </a:ext>
            </a:extLst>
          </p:cNvPr>
          <p:cNvSpPr>
            <a:spLocks xmlns:a="http://schemas.openxmlformats.org/drawingml/2006/main" noGrp="1"/>
          </p:cNvSpPr>
          <p:nvPr/>
        </p:nvSpPr>
        <p:spPr>
          <a:xfrm xmlns:a="http://schemas.openxmlformats.org/drawingml/2006/main">
            <a:off x="609585" y="6108633"/>
            <a:ext cx="4952876" cy="279393"/>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buNone/>
            </a:pPr>
            <a:r>
              <a:rPr sz="1200">
                <a:solidFill>
                  <a:srgbClr val="B8C3C1"/>
                </a:solidFill>
                <a:latin typeface="Arial"/>
                <a:ea typeface="Arial"/>
                <a:cs typeface="Arial"/>
              </a:rPr>
              <a:t>Maksim Blekhshtein · Technical assignment · August 2026</a:t>
            </a:r>
            <a:endParaRPr sz="1200"/>
          </a:p>
        </p:txBody>
      </p:sp>
      <p:sp>
        <p:nvSpPr>
          <p:cNvPr id="16" name="TextBox 33">
            <a:extLst xmlns:a="http://schemas.openxmlformats.org/drawingml/2006/main">
              <a:ext uri="{FF2B5EF4-FFF2-40B4-BE49-F238E27FC236}">
                <a16:creationId xmlns:a16="http://schemas.microsoft.com/office/drawing/2014/main" id="{C748FF78-3FE7-43A3-8493-1F04A31D4F62}"/>
              </a:ext>
            </a:extLst>
          </p:cNvPr>
          <p:cNvSpPr>
            <a:spLocks xmlns:a="http://schemas.openxmlformats.org/drawingml/2006/main" noGrp="1"/>
          </p:cNvSpPr>
          <p:nvPr/>
        </p:nvSpPr>
        <p:spPr>
          <a:xfrm xmlns:a="http://schemas.openxmlformats.org/drawingml/2006/main">
            <a:off x="8877078" y="6083234"/>
            <a:ext cx="2730432" cy="330192"/>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r">
              <a:buNone/>
            </a:pPr>
            <a:r>
              <a:rPr sz="1100" spc="100">
                <a:solidFill>
                  <a:srgbClr val="B8C3C1"/>
                </a:solidFill>
                <a:latin typeface="Arial"/>
                <a:ea typeface="Arial"/>
                <a:cs typeface="Arial"/>
              </a:rPr>
              <a:t>EVIDENCE → OPERATIONS → TRUST</a:t>
            </a:r>
            <a:endParaRPr sz="1100"/>
          </a:p>
        </p:txBody>
      </p:sp>
    </p:spTree>
    <p:extLst>
      <p:ext uri="{BB962C8B-B14F-4D97-AF65-F5344CB8AC3E}">
        <p14:creationId xmlns:p14="http://schemas.microsoft.com/office/powerpoint/2010/main" val="1012484635"/>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sp>
        <p:nvSpPr>
          <p:cNvPr id="2" name="Shape 1">
            <a:extLst xmlns:a="http://schemas.openxmlformats.org/drawingml/2006/main">
              <a:ext uri="{FF2B5EF4-FFF2-40B4-BE49-F238E27FC236}">
                <a16:creationId xmlns:a16="http://schemas.microsoft.com/office/drawing/2014/main" id="{62A9D72D-142C-4523-81DB-525F88F3845C}"/>
              </a:ext>
            </a:extLst>
          </p:cNvPr>
          <p:cNvSpPr>
            <a:spLocks xmlns:a="http://schemas.openxmlformats.org/drawingml/2006/main" noGrp="1"/>
          </p:cNvSpPr>
          <p:nvPr/>
        </p:nvSpPr>
        <p:spPr>
          <a:xfrm xmlns:a="http://schemas.openxmlformats.org/drawingml/2006/main">
            <a:off x="0" y="86"/>
            <a:ext cx="12191695" cy="6857829"/>
          </a:xfrm>
          <a:prstGeom xmlns:a="http://schemas.openxmlformats.org/drawingml/2006/main" prst="rect">
            <a:avLst/>
          </a:prstGeom>
          <a:solidFill xmlns:a="http://schemas.openxmlformats.org/drawingml/2006/main">
            <a:srgbClr val="F4F1EA"/>
          </a:solidFill>
        </p:spPr>
      </p:sp>
      <p:sp>
        <p:nvSpPr>
          <p:cNvPr id="3" name="TextBox 3">
            <a:extLst xmlns:a="http://schemas.openxmlformats.org/drawingml/2006/main">
              <a:ext uri="{FF2B5EF4-FFF2-40B4-BE49-F238E27FC236}">
                <a16:creationId xmlns:a16="http://schemas.microsoft.com/office/drawing/2014/main" id="{AC4609C9-4E81-4618-9664-1DF77809B70F}"/>
              </a:ext>
            </a:extLst>
          </p:cNvPr>
          <p:cNvSpPr>
            <a:spLocks xmlns:a="http://schemas.openxmlformats.org/drawingml/2006/main" noGrp="1"/>
          </p:cNvSpPr>
          <p:nvPr/>
        </p:nvSpPr>
        <p:spPr>
          <a:xfrm xmlns:a="http://schemas.openxmlformats.org/drawingml/2006/main">
            <a:off x="584185" y="457274"/>
            <a:ext cx="2666933" cy="215895"/>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buNone/>
            </a:pPr>
            <a:r>
              <a:rPr sz="1000" b="1" spc="200">
                <a:solidFill>
                  <a:srgbClr val="00A99D"/>
                </a:solidFill>
                <a:latin typeface="Arial"/>
                <a:ea typeface="Arial"/>
                <a:cs typeface="Arial"/>
              </a:rPr>
              <a:t>THE HIRING SCORECARD</a:t>
            </a:r>
            <a:endParaRPr sz="1000"/>
          </a:p>
        </p:txBody>
      </p:sp>
      <p:sp>
        <p:nvSpPr>
          <p:cNvPr id="4" name="TextBox 5">
            <a:extLst xmlns:a="http://schemas.openxmlformats.org/drawingml/2006/main">
              <a:ext uri="{FF2B5EF4-FFF2-40B4-BE49-F238E27FC236}">
                <a16:creationId xmlns:a16="http://schemas.microsoft.com/office/drawing/2014/main" id="{AC0716AD-1876-4B73-B3BD-082371BD9CF6}"/>
              </a:ext>
            </a:extLst>
          </p:cNvPr>
          <p:cNvSpPr>
            <a:spLocks xmlns:a="http://schemas.openxmlformats.org/drawingml/2006/main" noGrp="1"/>
          </p:cNvSpPr>
          <p:nvPr/>
        </p:nvSpPr>
        <p:spPr>
          <a:xfrm xmlns:a="http://schemas.openxmlformats.org/drawingml/2006/main">
            <a:off x="584185" y="812865"/>
            <a:ext cx="7492813" cy="736582"/>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lnSpc>
                <a:spcPts val="3672"/>
              </a:lnSpc>
              <a:buNone/>
            </a:pPr>
            <a:r>
              <a:rPr sz="3400" spc="-150">
                <a:solidFill>
                  <a:srgbClr val="162A2D"/>
                </a:solidFill>
                <a:latin typeface="Arial"/>
                <a:ea typeface="Arial"/>
                <a:cs typeface="Arial"/>
              </a:rPr>
              <a:t>What I would look for as a team lead</a:t>
            </a:r>
            <a:endParaRPr sz="3400"/>
          </a:p>
        </p:txBody>
      </p:sp>
      <p:sp>
        <p:nvSpPr>
          <p:cNvPr id="5" name="TextBox 7">
            <a:extLst xmlns:a="http://schemas.openxmlformats.org/drawingml/2006/main">
              <a:ext uri="{FF2B5EF4-FFF2-40B4-BE49-F238E27FC236}">
                <a16:creationId xmlns:a16="http://schemas.microsoft.com/office/drawing/2014/main" id="{30AC3642-B243-423B-A619-F80041D39400}"/>
              </a:ext>
            </a:extLst>
          </p:cNvPr>
          <p:cNvSpPr>
            <a:spLocks xmlns:a="http://schemas.openxmlformats.org/drawingml/2006/main" noGrp="1"/>
          </p:cNvSpPr>
          <p:nvPr/>
        </p:nvSpPr>
        <p:spPr>
          <a:xfrm xmlns:a="http://schemas.openxmlformats.org/drawingml/2006/main">
            <a:off x="8750081" y="920813"/>
            <a:ext cx="2857429" cy="634984"/>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lnSpc>
                <a:spcPts val="1890"/>
              </a:lnSpc>
              <a:buNone/>
            </a:pPr>
            <a:r>
              <a:rPr sz="1400">
                <a:solidFill>
                  <a:srgbClr val="5E6D6C"/>
                </a:solidFill>
                <a:latin typeface="Arial"/>
                <a:ea typeface="Arial"/>
                <a:cs typeface="Arial"/>
              </a:rPr>
              <a:t>Each proof is designed to survive</a:t>
            </a:r>
            <a:endParaRPr sz="1400"/>
          </a:p>
          <a:p xmlns:a="http://schemas.openxmlformats.org/drawingml/2006/main">
            <a:pPr marL="0" indent="0" algn="l">
              <a:lnSpc>
                <a:spcPts val="1890"/>
              </a:lnSpc>
              <a:buNone/>
            </a:pPr>
            <a:r>
              <a:rPr sz="1400">
                <a:solidFill>
                  <a:srgbClr val="5E6D6C"/>
                </a:solidFill>
                <a:latin typeface="Arial"/>
                <a:ea typeface="Arial"/>
                <a:cs typeface="Arial"/>
              </a:rPr>
              <a:t>a skeptical code review.</a:t>
            </a:r>
            <a:endParaRPr sz="1400"/>
          </a:p>
        </p:txBody>
      </p:sp>
      <p:sp>
        <p:nvSpPr>
          <p:cNvPr id="6" name="Shape 9">
            <a:extLst xmlns:a="http://schemas.openxmlformats.org/drawingml/2006/main">
              <a:ext uri="{FF2B5EF4-FFF2-40B4-BE49-F238E27FC236}">
                <a16:creationId xmlns:a16="http://schemas.microsoft.com/office/drawing/2014/main" id="{BDEAD0FB-2AFB-442E-A0C1-D1B513445134}"/>
              </a:ext>
            </a:extLst>
          </p:cNvPr>
          <p:cNvSpPr>
            <a:spLocks xmlns:a="http://schemas.openxmlformats.org/drawingml/2006/main" noGrp="1"/>
          </p:cNvSpPr>
          <p:nvPr/>
        </p:nvSpPr>
        <p:spPr>
          <a:xfrm xmlns:a="http://schemas.openxmlformats.org/drawingml/2006/main">
            <a:off x="584185" y="1968537"/>
            <a:ext cx="11023324" cy="3936902"/>
          </a:xfrm>
          <a:prstGeom xmlns:a="http://schemas.openxmlformats.org/drawingml/2006/main" prst="rect">
            <a:avLst/>
          </a:prstGeom>
          <a:noFill xmlns:a="http://schemas.openxmlformats.org/drawingml/2006/main"/>
        </p:spPr>
      </p:sp>
      <p:pic>
        <p:nvPicPr>
          <p:cNvPr id="43" name="Picture 9"/>
          <p:cNvPicPr>
            <a:picLocks xmlns:a="http://schemas.openxmlformats.org/drawingml/2006/main" noChangeAspect="1"/>
          </p:cNvPicPr>
          <p:nvPr/>
        </p:nvPicPr>
        <p:blipFill>
          <a:blip xmlns:r="http://schemas.openxmlformats.org/officeDocument/2006/relationships" xmlns:a="http://schemas.openxmlformats.org/drawingml/2006/main" r:embed="Rad327d5341bb484c">
            <a:extLst>
              <a:ext uri="{96DAC541-7B7A-43D3-8B79-37D633B846F1}">
                <asvg:svgBlip xmlns:asvg="http://schemas.microsoft.com/office/drawing/2016/SVG/main" r:embed="Rdbfc9562175a44af"/>
              </a:ext>
            </a:extLst>
          </a:blip>
          <a:stretch xmlns:a="http://schemas.openxmlformats.org/drawingml/2006/main">
            <a:fillRect l="0" t="0" r="0" b="0"/>
          </a:stretch>
        </p:blipFill>
        <p:spPr>
          <a:xfrm xmlns:a="http://schemas.openxmlformats.org/drawingml/2006/main">
            <a:off x="584185" y="1968537"/>
            <a:ext cx="11023324" cy="3936902"/>
          </a:xfrm>
          <a:prstGeom xmlns:a="http://schemas.openxmlformats.org/drawingml/2006/main" prst="rect">
            <a:avLst/>
          </a:prstGeom>
        </p:spPr>
      </p:pic>
      <p:sp>
        <p:nvSpPr>
          <p:cNvPr id="8" name="Shape 11">
            <a:extLst xmlns:a="http://schemas.openxmlformats.org/drawingml/2006/main">
              <a:ext uri="{FF2B5EF4-FFF2-40B4-BE49-F238E27FC236}">
                <a16:creationId xmlns:a16="http://schemas.microsoft.com/office/drawing/2014/main" id="{718122F3-FC9B-4C91-8751-FC2FC3F489E0}"/>
              </a:ext>
            </a:extLst>
          </p:cNvPr>
          <p:cNvSpPr>
            <a:spLocks xmlns:a="http://schemas.openxmlformats.org/drawingml/2006/main" noGrp="1"/>
          </p:cNvSpPr>
          <p:nvPr/>
        </p:nvSpPr>
        <p:spPr>
          <a:xfrm xmlns:a="http://schemas.openxmlformats.org/drawingml/2006/main">
            <a:off x="584185" y="1981236"/>
            <a:ext cx="11023324" cy="787380"/>
          </a:xfrm>
          <a:prstGeom xmlns:a="http://schemas.openxmlformats.org/drawingml/2006/main" prst="rect">
            <a:avLst/>
          </a:prstGeom>
          <a:noFill xmlns:a="http://schemas.openxmlformats.org/drawingml/2006/main"/>
        </p:spPr>
      </p:sp>
      <p:pic>
        <p:nvPicPr>
          <p:cNvPr id="45" name="Picture 11"/>
          <p:cNvPicPr>
            <a:picLocks xmlns:a="http://schemas.openxmlformats.org/drawingml/2006/main" noChangeAspect="1"/>
          </p:cNvPicPr>
          <p:nvPr/>
        </p:nvPicPr>
        <p:blipFill>
          <a:blip xmlns:r="http://schemas.openxmlformats.org/officeDocument/2006/relationships" xmlns:a="http://schemas.openxmlformats.org/drawingml/2006/main" r:embed="R7ac969da91cc41b2">
            <a:extLst>
              <a:ext uri="{96DAC541-7B7A-43D3-8B79-37D633B846F1}">
                <asvg:svgBlip xmlns:asvg="http://schemas.microsoft.com/office/drawing/2016/SVG/main" r:embed="R918b52d5b4c04d2e"/>
              </a:ext>
            </a:extLst>
          </a:blip>
          <a:stretch xmlns:a="http://schemas.openxmlformats.org/drawingml/2006/main">
            <a:fillRect l="0" t="0" r="0" b="0"/>
          </a:stretch>
        </p:blipFill>
        <p:spPr>
          <a:xfrm xmlns:a="http://schemas.openxmlformats.org/drawingml/2006/main">
            <a:off x="584185" y="1981236"/>
            <a:ext cx="11023324" cy="787380"/>
          </a:xfrm>
          <a:prstGeom xmlns:a="http://schemas.openxmlformats.org/drawingml/2006/main" prst="rect">
            <a:avLst/>
          </a:prstGeom>
        </p:spPr>
      </p:pic>
      <p:sp>
        <p:nvSpPr>
          <p:cNvPr id="10" name="TextBox 13">
            <a:extLst xmlns:a="http://schemas.openxmlformats.org/drawingml/2006/main">
              <a:ext uri="{FF2B5EF4-FFF2-40B4-BE49-F238E27FC236}">
                <a16:creationId xmlns:a16="http://schemas.microsoft.com/office/drawing/2014/main" id="{9A226E71-5FE9-4FD6-B9DB-9120972919FC}"/>
              </a:ext>
            </a:extLst>
          </p:cNvPr>
          <p:cNvSpPr>
            <a:spLocks xmlns:a="http://schemas.openxmlformats.org/drawingml/2006/main" noGrp="1"/>
          </p:cNvSpPr>
          <p:nvPr/>
        </p:nvSpPr>
        <p:spPr>
          <a:xfrm xmlns:a="http://schemas.openxmlformats.org/drawingml/2006/main">
            <a:off x="584185" y="2289203"/>
            <a:ext cx="1968451" cy="165096"/>
          </a:xfrm>
          <a:prstGeom xmlns:a="http://schemas.openxmlformats.org/drawingml/2006/main" prst="rect">
            <a:avLst/>
          </a:prstGeom>
          <a:noFill xmlns:a="http://schemas.openxmlformats.org/drawingml/2006/main"/>
        </p:spPr>
        <p:txBody>
          <a:bodyPr xmlns:a="http://schemas.openxmlformats.org/drawingml/2006/main" wrap="square" lIns="152396" tIns="0" rIns="0" bIns="0" anchor="t">
            <a:spAutoFit/>
          </a:bodyPr>
          <a:lstStyle xmlns:a="http://schemas.openxmlformats.org/drawingml/2006/main"/>
          <a:p xmlns:a="http://schemas.openxmlformats.org/drawingml/2006/main">
            <a:pPr marL="0" indent="0" algn="l">
              <a:buNone/>
            </a:pPr>
            <a:r>
              <a:rPr sz="1100" b="1" spc="100">
                <a:solidFill>
                  <a:srgbClr val="00A99D"/>
                </a:solidFill>
                <a:latin typeface="Arial"/>
                <a:ea typeface="Arial"/>
                <a:cs typeface="Arial"/>
              </a:rPr>
              <a:t>AI JUDGMENT</a:t>
            </a:r>
            <a:endParaRPr sz="1100"/>
          </a:p>
        </p:txBody>
      </p:sp>
      <p:sp>
        <p:nvSpPr>
          <p:cNvPr id="11" name="TextBox 15">
            <a:extLst xmlns:a="http://schemas.openxmlformats.org/drawingml/2006/main">
              <a:ext uri="{FF2B5EF4-FFF2-40B4-BE49-F238E27FC236}">
                <a16:creationId xmlns:a16="http://schemas.microsoft.com/office/drawing/2014/main" id="{2FEF07E5-0A8E-4919-95CE-CE6161E373C0}"/>
              </a:ext>
            </a:extLst>
          </p:cNvPr>
          <p:cNvSpPr>
            <a:spLocks xmlns:a="http://schemas.openxmlformats.org/drawingml/2006/main" noGrp="1"/>
          </p:cNvSpPr>
          <p:nvPr/>
        </p:nvSpPr>
        <p:spPr>
          <a:xfrm xmlns:a="http://schemas.openxmlformats.org/drawingml/2006/main">
            <a:off x="2552636" y="2247930"/>
            <a:ext cx="4063898" cy="247644"/>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buNone/>
            </a:pPr>
            <a:r>
              <a:rPr sz="1700" b="1">
                <a:solidFill>
                  <a:srgbClr val="162A2D"/>
                </a:solidFill>
                <a:latin typeface="Arial"/>
                <a:ea typeface="Arial"/>
                <a:cs typeface="Arial"/>
              </a:rPr>
              <a:t>Policy stays deterministic</a:t>
            </a:r>
            <a:endParaRPr sz="1700"/>
          </a:p>
        </p:txBody>
      </p:sp>
      <p:sp>
        <p:nvSpPr>
          <p:cNvPr id="12" name="TextBox 17">
            <a:extLst xmlns:a="http://schemas.openxmlformats.org/drawingml/2006/main">
              <a:ext uri="{FF2B5EF4-FFF2-40B4-BE49-F238E27FC236}">
                <a16:creationId xmlns:a16="http://schemas.microsoft.com/office/drawing/2014/main" id="{CEA772D0-992C-4405-98ED-F1F5D787B03A}"/>
              </a:ext>
            </a:extLst>
          </p:cNvPr>
          <p:cNvSpPr>
            <a:spLocks xmlns:a="http://schemas.openxmlformats.org/drawingml/2006/main" noGrp="1"/>
          </p:cNvSpPr>
          <p:nvPr/>
        </p:nvSpPr>
        <p:spPr>
          <a:xfrm xmlns:a="http://schemas.openxmlformats.org/drawingml/2006/main">
            <a:off x="6616535" y="2264598"/>
            <a:ext cx="4571886" cy="214307"/>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lnSpc>
                <a:spcPts val="1687"/>
              </a:lnSpc>
              <a:buNone/>
            </a:pPr>
            <a:r>
              <a:rPr sz="1350">
                <a:solidFill>
                  <a:srgbClr val="5E6D6C"/>
                </a:solidFill>
                <a:latin typeface="Arial"/>
                <a:ea typeface="Arial"/>
                <a:cs typeface="Arial"/>
              </a:rPr>
              <a:t>Models propose; code owns budgets, access and evidence.</a:t>
            </a:r>
            <a:endParaRPr sz="1350"/>
          </a:p>
        </p:txBody>
      </p:sp>
      <p:sp>
        <p:nvSpPr>
          <p:cNvPr id="13" name="Shape 20">
            <a:extLst xmlns:a="http://schemas.openxmlformats.org/drawingml/2006/main">
              <a:ext uri="{FF2B5EF4-FFF2-40B4-BE49-F238E27FC236}">
                <a16:creationId xmlns:a16="http://schemas.microsoft.com/office/drawing/2014/main" id="{EA31764F-43AA-42A7-A5A7-57527EF41873}"/>
              </a:ext>
            </a:extLst>
          </p:cNvPr>
          <p:cNvSpPr>
            <a:spLocks xmlns:a="http://schemas.openxmlformats.org/drawingml/2006/main" noGrp="1"/>
          </p:cNvSpPr>
          <p:nvPr/>
        </p:nvSpPr>
        <p:spPr>
          <a:xfrm xmlns:a="http://schemas.openxmlformats.org/drawingml/2006/main">
            <a:off x="584185" y="2768617"/>
            <a:ext cx="11023324" cy="787380"/>
          </a:xfrm>
          <a:prstGeom xmlns:a="http://schemas.openxmlformats.org/drawingml/2006/main" prst="rect">
            <a:avLst/>
          </a:prstGeom>
          <a:solidFill xmlns:a="http://schemas.openxmlformats.org/drawingml/2006/main">
            <a:srgbClr val="FFFFFF">
              <a:alpha val="44000"/>
            </a:srgbClr>
          </a:solidFill>
        </p:spPr>
      </p:sp>
      <p:pic>
        <p:nvPicPr>
          <p:cNvPr id="50" name="Picture 20"/>
          <p:cNvPicPr>
            <a:picLocks xmlns:a="http://schemas.openxmlformats.org/drawingml/2006/main" noChangeAspect="1"/>
          </p:cNvPicPr>
          <p:nvPr/>
        </p:nvPicPr>
        <p:blipFill>
          <a:blip xmlns:r="http://schemas.openxmlformats.org/officeDocument/2006/relationships" xmlns:a="http://schemas.openxmlformats.org/drawingml/2006/main" r:embed="Rc121d1de35c04250">
            <a:extLst>
              <a:ext uri="{96DAC541-7B7A-43D3-8B79-37D633B846F1}">
                <asvg:svgBlip xmlns:asvg="http://schemas.microsoft.com/office/drawing/2016/SVG/main" r:embed="R810b02ae31c9412e"/>
              </a:ext>
            </a:extLst>
          </a:blip>
          <a:stretch xmlns:a="http://schemas.openxmlformats.org/drawingml/2006/main">
            <a:fillRect l="0" t="0" r="0" b="0"/>
          </a:stretch>
        </p:blipFill>
        <p:spPr>
          <a:xfrm xmlns:a="http://schemas.openxmlformats.org/drawingml/2006/main">
            <a:off x="584185" y="2768617"/>
            <a:ext cx="11023324" cy="787380"/>
          </a:xfrm>
          <a:prstGeom xmlns:a="http://schemas.openxmlformats.org/drawingml/2006/main" prst="rect">
            <a:avLst/>
          </a:prstGeom>
        </p:spPr>
      </p:pic>
      <p:sp>
        <p:nvSpPr>
          <p:cNvPr id="15" name="TextBox 22">
            <a:extLst xmlns:a="http://schemas.openxmlformats.org/drawingml/2006/main">
              <a:ext uri="{FF2B5EF4-FFF2-40B4-BE49-F238E27FC236}">
                <a16:creationId xmlns:a16="http://schemas.microsoft.com/office/drawing/2014/main" id="{62BB9BCF-4578-4DD3-8458-91FC8AC521F7}"/>
              </a:ext>
            </a:extLst>
          </p:cNvPr>
          <p:cNvSpPr>
            <a:spLocks xmlns:a="http://schemas.openxmlformats.org/drawingml/2006/main" noGrp="1"/>
          </p:cNvSpPr>
          <p:nvPr/>
        </p:nvSpPr>
        <p:spPr>
          <a:xfrm xmlns:a="http://schemas.openxmlformats.org/drawingml/2006/main">
            <a:off x="584185" y="3076584"/>
            <a:ext cx="1968451" cy="165096"/>
          </a:xfrm>
          <a:prstGeom xmlns:a="http://schemas.openxmlformats.org/drawingml/2006/main" prst="rect">
            <a:avLst/>
          </a:prstGeom>
          <a:noFill xmlns:a="http://schemas.openxmlformats.org/drawingml/2006/main"/>
        </p:spPr>
        <p:txBody>
          <a:bodyPr xmlns:a="http://schemas.openxmlformats.org/drawingml/2006/main" wrap="square" lIns="152396" tIns="0" rIns="0" bIns="0" anchor="t">
            <a:spAutoFit/>
          </a:bodyPr>
          <a:lstStyle xmlns:a="http://schemas.openxmlformats.org/drawingml/2006/main"/>
          <a:p xmlns:a="http://schemas.openxmlformats.org/drawingml/2006/main">
            <a:pPr marL="0" indent="0" algn="l">
              <a:buNone/>
            </a:pPr>
            <a:r>
              <a:rPr sz="1100" b="1" spc="100">
                <a:solidFill>
                  <a:srgbClr val="00A99D"/>
                </a:solidFill>
                <a:latin typeface="Arial"/>
                <a:ea typeface="Arial"/>
                <a:cs typeface="Arial"/>
              </a:rPr>
              <a:t>PLATFORM</a:t>
            </a:r>
            <a:endParaRPr sz="1100"/>
          </a:p>
        </p:txBody>
      </p:sp>
      <p:sp>
        <p:nvSpPr>
          <p:cNvPr id="16" name="TextBox 24">
            <a:extLst xmlns:a="http://schemas.openxmlformats.org/drawingml/2006/main">
              <a:ext uri="{FF2B5EF4-FFF2-40B4-BE49-F238E27FC236}">
                <a16:creationId xmlns:a16="http://schemas.microsoft.com/office/drawing/2014/main" id="{31B56B1D-4408-4542-A395-50EA1B39586A}"/>
              </a:ext>
            </a:extLst>
          </p:cNvPr>
          <p:cNvSpPr>
            <a:spLocks xmlns:a="http://schemas.openxmlformats.org/drawingml/2006/main" noGrp="1"/>
          </p:cNvSpPr>
          <p:nvPr/>
        </p:nvSpPr>
        <p:spPr>
          <a:xfrm xmlns:a="http://schemas.openxmlformats.org/drawingml/2006/main">
            <a:off x="2552636" y="3035310"/>
            <a:ext cx="4063898" cy="247644"/>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buNone/>
            </a:pPr>
            <a:r>
              <a:rPr sz="1700" b="1">
                <a:solidFill>
                  <a:srgbClr val="162A2D"/>
                </a:solidFill>
                <a:latin typeface="Arial"/>
                <a:ea typeface="Arial"/>
                <a:cs typeface="Arial"/>
              </a:rPr>
              <a:t>Long work becomes a job</a:t>
            </a:r>
            <a:endParaRPr sz="1700"/>
          </a:p>
        </p:txBody>
      </p:sp>
      <p:sp>
        <p:nvSpPr>
          <p:cNvPr id="17" name="TextBox 26">
            <a:extLst xmlns:a="http://schemas.openxmlformats.org/drawingml/2006/main">
              <a:ext uri="{FF2B5EF4-FFF2-40B4-BE49-F238E27FC236}">
                <a16:creationId xmlns:a16="http://schemas.microsoft.com/office/drawing/2014/main" id="{03A4A39D-7404-496F-B679-239C8BBBBD23}"/>
              </a:ext>
            </a:extLst>
          </p:cNvPr>
          <p:cNvSpPr>
            <a:spLocks xmlns:a="http://schemas.openxmlformats.org/drawingml/2006/main" noGrp="1"/>
          </p:cNvSpPr>
          <p:nvPr/>
        </p:nvSpPr>
        <p:spPr>
          <a:xfrm xmlns:a="http://schemas.openxmlformats.org/drawingml/2006/main">
            <a:off x="6616535" y="3051978"/>
            <a:ext cx="4571886" cy="214307"/>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lnSpc>
                <a:spcPts val="1687"/>
              </a:lnSpc>
              <a:buNone/>
            </a:pPr>
            <a:r>
              <a:rPr sz="1350">
                <a:solidFill>
                  <a:srgbClr val="5E6D6C"/>
                </a:solidFill>
                <a:latin typeface="Arial"/>
                <a:ea typeface="Arial"/>
                <a:cs typeface="Arial"/>
              </a:rPr>
              <a:t>Persistence, leases, SSE and cancellation are contracts.</a:t>
            </a:r>
            <a:endParaRPr sz="1350"/>
          </a:p>
        </p:txBody>
      </p:sp>
      <p:sp>
        <p:nvSpPr>
          <p:cNvPr id="18" name="Shape 29">
            <a:extLst xmlns:a="http://schemas.openxmlformats.org/drawingml/2006/main">
              <a:ext uri="{FF2B5EF4-FFF2-40B4-BE49-F238E27FC236}">
                <a16:creationId xmlns:a16="http://schemas.microsoft.com/office/drawing/2014/main" id="{58427F35-1F75-4159-BA6D-C09409BD6EE7}"/>
              </a:ext>
            </a:extLst>
          </p:cNvPr>
          <p:cNvSpPr>
            <a:spLocks xmlns:a="http://schemas.openxmlformats.org/drawingml/2006/main" noGrp="1"/>
          </p:cNvSpPr>
          <p:nvPr/>
        </p:nvSpPr>
        <p:spPr>
          <a:xfrm xmlns:a="http://schemas.openxmlformats.org/drawingml/2006/main">
            <a:off x="584185" y="3555997"/>
            <a:ext cx="11023324" cy="787380"/>
          </a:xfrm>
          <a:prstGeom xmlns:a="http://schemas.openxmlformats.org/drawingml/2006/main" prst="rect">
            <a:avLst/>
          </a:prstGeom>
          <a:noFill xmlns:a="http://schemas.openxmlformats.org/drawingml/2006/main"/>
        </p:spPr>
      </p:sp>
      <p:pic>
        <p:nvPicPr>
          <p:cNvPr id="55" name="Picture 29"/>
          <p:cNvPicPr>
            <a:picLocks xmlns:a="http://schemas.openxmlformats.org/drawingml/2006/main" noChangeAspect="1"/>
          </p:cNvPicPr>
          <p:nvPr/>
        </p:nvPicPr>
        <p:blipFill>
          <a:blip xmlns:r="http://schemas.openxmlformats.org/officeDocument/2006/relationships" xmlns:a="http://schemas.openxmlformats.org/drawingml/2006/main" r:embed="R6eea6056519c48a3">
            <a:extLst>
              <a:ext uri="{96DAC541-7B7A-43D3-8B79-37D633B846F1}">
                <asvg:svgBlip xmlns:asvg="http://schemas.microsoft.com/office/drawing/2016/SVG/main" r:embed="R604cbad290d74a9c"/>
              </a:ext>
            </a:extLst>
          </a:blip>
          <a:stretch xmlns:a="http://schemas.openxmlformats.org/drawingml/2006/main">
            <a:fillRect l="0" t="0" r="0" b="0"/>
          </a:stretch>
        </p:blipFill>
        <p:spPr>
          <a:xfrm xmlns:a="http://schemas.openxmlformats.org/drawingml/2006/main">
            <a:off x="584185" y="3555997"/>
            <a:ext cx="11023324" cy="787380"/>
          </a:xfrm>
          <a:prstGeom xmlns:a="http://schemas.openxmlformats.org/drawingml/2006/main" prst="rect">
            <a:avLst/>
          </a:prstGeom>
        </p:spPr>
      </p:pic>
      <p:sp>
        <p:nvSpPr>
          <p:cNvPr id="20" name="TextBox 31">
            <a:extLst xmlns:a="http://schemas.openxmlformats.org/drawingml/2006/main">
              <a:ext uri="{FF2B5EF4-FFF2-40B4-BE49-F238E27FC236}">
                <a16:creationId xmlns:a16="http://schemas.microsoft.com/office/drawing/2014/main" id="{2BC45B2B-56CE-482E-A073-DB72BBE00794}"/>
              </a:ext>
            </a:extLst>
          </p:cNvPr>
          <p:cNvSpPr>
            <a:spLocks xmlns:a="http://schemas.openxmlformats.org/drawingml/2006/main" noGrp="1"/>
          </p:cNvSpPr>
          <p:nvPr/>
        </p:nvSpPr>
        <p:spPr>
          <a:xfrm xmlns:a="http://schemas.openxmlformats.org/drawingml/2006/main">
            <a:off x="584185" y="3863964"/>
            <a:ext cx="1968451" cy="165096"/>
          </a:xfrm>
          <a:prstGeom xmlns:a="http://schemas.openxmlformats.org/drawingml/2006/main" prst="rect">
            <a:avLst/>
          </a:prstGeom>
          <a:noFill xmlns:a="http://schemas.openxmlformats.org/drawingml/2006/main"/>
        </p:spPr>
        <p:txBody>
          <a:bodyPr xmlns:a="http://schemas.openxmlformats.org/drawingml/2006/main" wrap="square" lIns="152396" tIns="0" rIns="0" bIns="0" anchor="t">
            <a:spAutoFit/>
          </a:bodyPr>
          <a:lstStyle xmlns:a="http://schemas.openxmlformats.org/drawingml/2006/main"/>
          <a:p xmlns:a="http://schemas.openxmlformats.org/drawingml/2006/main">
            <a:pPr marL="0" indent="0" algn="l">
              <a:buNone/>
            </a:pPr>
            <a:r>
              <a:rPr sz="1100" b="1" spc="100">
                <a:solidFill>
                  <a:srgbClr val="00A99D"/>
                </a:solidFill>
                <a:latin typeface="Arial"/>
                <a:ea typeface="Arial"/>
                <a:cs typeface="Arial"/>
              </a:rPr>
              <a:t>ML PRACTICE</a:t>
            </a:r>
            <a:endParaRPr sz="1100"/>
          </a:p>
        </p:txBody>
      </p:sp>
      <p:sp>
        <p:nvSpPr>
          <p:cNvPr id="21" name="TextBox 33">
            <a:extLst xmlns:a="http://schemas.openxmlformats.org/drawingml/2006/main">
              <a:ext uri="{FF2B5EF4-FFF2-40B4-BE49-F238E27FC236}">
                <a16:creationId xmlns:a16="http://schemas.microsoft.com/office/drawing/2014/main" id="{59845877-FC17-405E-AA55-6018CDF12329}"/>
              </a:ext>
            </a:extLst>
          </p:cNvPr>
          <p:cNvSpPr>
            <a:spLocks xmlns:a="http://schemas.openxmlformats.org/drawingml/2006/main" noGrp="1"/>
          </p:cNvSpPr>
          <p:nvPr/>
        </p:nvSpPr>
        <p:spPr>
          <a:xfrm xmlns:a="http://schemas.openxmlformats.org/drawingml/2006/main">
            <a:off x="2552636" y="3822690"/>
            <a:ext cx="4063898" cy="247644"/>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buNone/>
            </a:pPr>
            <a:r>
              <a:rPr sz="1700" b="1">
                <a:solidFill>
                  <a:srgbClr val="162A2D"/>
                </a:solidFill>
                <a:latin typeface="Arial"/>
                <a:ea typeface="Arial"/>
                <a:cs typeface="Arial"/>
              </a:rPr>
              <a:t>Leakage before leaderboard</a:t>
            </a:r>
            <a:endParaRPr sz="1700"/>
          </a:p>
        </p:txBody>
      </p:sp>
      <p:sp>
        <p:nvSpPr>
          <p:cNvPr id="22" name="TextBox 35">
            <a:extLst xmlns:a="http://schemas.openxmlformats.org/drawingml/2006/main">
              <a:ext uri="{FF2B5EF4-FFF2-40B4-BE49-F238E27FC236}">
                <a16:creationId xmlns:a16="http://schemas.microsoft.com/office/drawing/2014/main" id="{C86DACD7-F89E-478A-8144-BE7E6149253A}"/>
              </a:ext>
            </a:extLst>
          </p:cNvPr>
          <p:cNvSpPr>
            <a:spLocks xmlns:a="http://schemas.openxmlformats.org/drawingml/2006/main" noGrp="1"/>
          </p:cNvSpPr>
          <p:nvPr/>
        </p:nvSpPr>
        <p:spPr>
          <a:xfrm xmlns:a="http://schemas.openxmlformats.org/drawingml/2006/main">
            <a:off x="6616535" y="3839358"/>
            <a:ext cx="4571886" cy="214307"/>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lnSpc>
                <a:spcPts val="1687"/>
              </a:lnSpc>
              <a:buNone/>
            </a:pPr>
            <a:r>
              <a:rPr sz="1350">
                <a:solidFill>
                  <a:srgbClr val="5E6D6C"/>
                </a:solidFill>
                <a:latin typeface="Arial"/>
                <a:ea typeface="Arial"/>
                <a:cs typeface="Arial"/>
              </a:rPr>
              <a:t>Splits, abstention and calibration precede complexity.</a:t>
            </a:r>
            <a:endParaRPr sz="1350"/>
          </a:p>
        </p:txBody>
      </p:sp>
      <p:sp>
        <p:nvSpPr>
          <p:cNvPr id="23" name="Shape 38">
            <a:extLst xmlns:a="http://schemas.openxmlformats.org/drawingml/2006/main">
              <a:ext uri="{FF2B5EF4-FFF2-40B4-BE49-F238E27FC236}">
                <a16:creationId xmlns:a16="http://schemas.microsoft.com/office/drawing/2014/main" id="{A4A94028-E05A-4AE9-8289-E6AE1994D88E}"/>
              </a:ext>
            </a:extLst>
          </p:cNvPr>
          <p:cNvSpPr>
            <a:spLocks xmlns:a="http://schemas.openxmlformats.org/drawingml/2006/main" noGrp="1"/>
          </p:cNvSpPr>
          <p:nvPr/>
        </p:nvSpPr>
        <p:spPr>
          <a:xfrm xmlns:a="http://schemas.openxmlformats.org/drawingml/2006/main">
            <a:off x="584185" y="4343377"/>
            <a:ext cx="11023324" cy="787380"/>
          </a:xfrm>
          <a:prstGeom xmlns:a="http://schemas.openxmlformats.org/drawingml/2006/main" prst="rect">
            <a:avLst/>
          </a:prstGeom>
          <a:solidFill xmlns:a="http://schemas.openxmlformats.org/drawingml/2006/main">
            <a:srgbClr val="FFFFFF">
              <a:alpha val="44000"/>
            </a:srgbClr>
          </a:solidFill>
        </p:spPr>
      </p:sp>
      <p:pic>
        <p:nvPicPr>
          <p:cNvPr id="60" name="Picture 38"/>
          <p:cNvPicPr>
            <a:picLocks xmlns:a="http://schemas.openxmlformats.org/drawingml/2006/main" noChangeAspect="1"/>
          </p:cNvPicPr>
          <p:nvPr/>
        </p:nvPicPr>
        <p:blipFill>
          <a:blip xmlns:r="http://schemas.openxmlformats.org/officeDocument/2006/relationships" xmlns:a="http://schemas.openxmlformats.org/drawingml/2006/main" r:embed="R52b69a2a1c264bbc">
            <a:extLst>
              <a:ext uri="{96DAC541-7B7A-43D3-8B79-37D633B846F1}">
                <asvg:svgBlip xmlns:asvg="http://schemas.microsoft.com/office/drawing/2016/SVG/main" r:embed="Rf9fda175c45647bd"/>
              </a:ext>
            </a:extLst>
          </a:blip>
          <a:stretch xmlns:a="http://schemas.openxmlformats.org/drawingml/2006/main">
            <a:fillRect l="0" t="0" r="0" b="0"/>
          </a:stretch>
        </p:blipFill>
        <p:spPr>
          <a:xfrm xmlns:a="http://schemas.openxmlformats.org/drawingml/2006/main">
            <a:off x="584185" y="4343377"/>
            <a:ext cx="11023324" cy="787380"/>
          </a:xfrm>
          <a:prstGeom xmlns:a="http://schemas.openxmlformats.org/drawingml/2006/main" prst="rect">
            <a:avLst/>
          </a:prstGeom>
        </p:spPr>
      </p:pic>
      <p:sp>
        <p:nvSpPr>
          <p:cNvPr id="25" name="TextBox 40">
            <a:extLst xmlns:a="http://schemas.openxmlformats.org/drawingml/2006/main">
              <a:ext uri="{FF2B5EF4-FFF2-40B4-BE49-F238E27FC236}">
                <a16:creationId xmlns:a16="http://schemas.microsoft.com/office/drawing/2014/main" id="{14E5BD58-DAF9-420D-9E3B-A4EE51307EE5}"/>
              </a:ext>
            </a:extLst>
          </p:cNvPr>
          <p:cNvSpPr>
            <a:spLocks xmlns:a="http://schemas.openxmlformats.org/drawingml/2006/main" noGrp="1"/>
          </p:cNvSpPr>
          <p:nvPr/>
        </p:nvSpPr>
        <p:spPr>
          <a:xfrm xmlns:a="http://schemas.openxmlformats.org/drawingml/2006/main">
            <a:off x="584185" y="4651344"/>
            <a:ext cx="1968451" cy="165096"/>
          </a:xfrm>
          <a:prstGeom xmlns:a="http://schemas.openxmlformats.org/drawingml/2006/main" prst="rect">
            <a:avLst/>
          </a:prstGeom>
          <a:noFill xmlns:a="http://schemas.openxmlformats.org/drawingml/2006/main"/>
        </p:spPr>
        <p:txBody>
          <a:bodyPr xmlns:a="http://schemas.openxmlformats.org/drawingml/2006/main" wrap="square" lIns="152396" tIns="0" rIns="0" bIns="0" anchor="t">
            <a:spAutoFit/>
          </a:bodyPr>
          <a:lstStyle xmlns:a="http://schemas.openxmlformats.org/drawingml/2006/main"/>
          <a:p xmlns:a="http://schemas.openxmlformats.org/drawingml/2006/main">
            <a:pPr marL="0" indent="0" algn="l">
              <a:buNone/>
            </a:pPr>
            <a:r>
              <a:rPr sz="1100" b="1" spc="100">
                <a:solidFill>
                  <a:srgbClr val="00A99D"/>
                </a:solidFill>
                <a:latin typeface="Arial"/>
                <a:ea typeface="Arial"/>
                <a:cs typeface="Arial"/>
              </a:rPr>
              <a:t>DELIVERY</a:t>
            </a:r>
            <a:endParaRPr sz="1100"/>
          </a:p>
        </p:txBody>
      </p:sp>
      <p:sp>
        <p:nvSpPr>
          <p:cNvPr id="26" name="TextBox 42">
            <a:extLst xmlns:a="http://schemas.openxmlformats.org/drawingml/2006/main">
              <a:ext uri="{FF2B5EF4-FFF2-40B4-BE49-F238E27FC236}">
                <a16:creationId xmlns:a16="http://schemas.microsoft.com/office/drawing/2014/main" id="{47AC6FC4-6AD8-4682-86EC-B011D9CC61E8}"/>
              </a:ext>
            </a:extLst>
          </p:cNvPr>
          <p:cNvSpPr>
            <a:spLocks xmlns:a="http://schemas.openxmlformats.org/drawingml/2006/main" noGrp="1"/>
          </p:cNvSpPr>
          <p:nvPr/>
        </p:nvSpPr>
        <p:spPr>
          <a:xfrm xmlns:a="http://schemas.openxmlformats.org/drawingml/2006/main">
            <a:off x="2552636" y="4610070"/>
            <a:ext cx="4063898" cy="247644"/>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buNone/>
            </a:pPr>
            <a:r>
              <a:rPr sz="1700" b="1">
                <a:solidFill>
                  <a:srgbClr val="162A2D"/>
                </a:solidFill>
                <a:latin typeface="Arial"/>
                <a:ea typeface="Arial"/>
                <a:cs typeface="Arial"/>
              </a:rPr>
              <a:t>Promote the tested digest</a:t>
            </a:r>
            <a:endParaRPr sz="1700"/>
          </a:p>
        </p:txBody>
      </p:sp>
      <p:sp>
        <p:nvSpPr>
          <p:cNvPr id="27" name="TextBox 44">
            <a:extLst xmlns:a="http://schemas.openxmlformats.org/drawingml/2006/main">
              <a:ext uri="{FF2B5EF4-FFF2-40B4-BE49-F238E27FC236}">
                <a16:creationId xmlns:a16="http://schemas.microsoft.com/office/drawing/2014/main" id="{7DBD057A-1408-4891-B630-7C9815544A76}"/>
              </a:ext>
            </a:extLst>
          </p:cNvPr>
          <p:cNvSpPr>
            <a:spLocks xmlns:a="http://schemas.openxmlformats.org/drawingml/2006/main" noGrp="1"/>
          </p:cNvSpPr>
          <p:nvPr/>
        </p:nvSpPr>
        <p:spPr>
          <a:xfrm xmlns:a="http://schemas.openxmlformats.org/drawingml/2006/main">
            <a:off x="6616535" y="4626739"/>
            <a:ext cx="4571886" cy="214307"/>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lnSpc>
                <a:spcPts val="1687"/>
              </a:lnSpc>
              <a:buNone/>
            </a:pPr>
            <a:r>
              <a:rPr sz="1350">
                <a:solidFill>
                  <a:srgbClr val="5E6D6C"/>
                </a:solidFill>
                <a:latin typeface="Arial"/>
                <a:ea typeface="Arial"/>
                <a:cs typeface="Arial"/>
              </a:rPr>
              <a:t>Keyless identity and reviewed Terraform close the loop.</a:t>
            </a:r>
            <a:endParaRPr sz="1350"/>
          </a:p>
        </p:txBody>
      </p:sp>
      <p:sp>
        <p:nvSpPr>
          <p:cNvPr id="28" name="TextBox 49">
            <a:extLst xmlns:a="http://schemas.openxmlformats.org/drawingml/2006/main">
              <a:ext uri="{FF2B5EF4-FFF2-40B4-BE49-F238E27FC236}">
                <a16:creationId xmlns:a16="http://schemas.microsoft.com/office/drawing/2014/main" id="{7AABB1A4-73F1-4EF3-89DD-17048FF13967}"/>
              </a:ext>
            </a:extLst>
          </p:cNvPr>
          <p:cNvSpPr>
            <a:spLocks xmlns:a="http://schemas.openxmlformats.org/drawingml/2006/main" noGrp="1"/>
          </p:cNvSpPr>
          <p:nvPr/>
        </p:nvSpPr>
        <p:spPr>
          <a:xfrm xmlns:a="http://schemas.openxmlformats.org/drawingml/2006/main">
            <a:off x="584185" y="5441900"/>
            <a:ext cx="1968451" cy="165096"/>
          </a:xfrm>
          <a:prstGeom xmlns:a="http://schemas.openxmlformats.org/drawingml/2006/main" prst="rect">
            <a:avLst/>
          </a:prstGeom>
          <a:noFill xmlns:a="http://schemas.openxmlformats.org/drawingml/2006/main"/>
        </p:spPr>
        <p:txBody>
          <a:bodyPr xmlns:a="http://schemas.openxmlformats.org/drawingml/2006/main" wrap="square" lIns="152396" tIns="0" rIns="0" bIns="0" anchor="t">
            <a:spAutoFit/>
          </a:bodyPr>
          <a:lstStyle xmlns:a="http://schemas.openxmlformats.org/drawingml/2006/main"/>
          <a:p xmlns:a="http://schemas.openxmlformats.org/drawingml/2006/main">
            <a:pPr marL="0" indent="0" algn="l">
              <a:buNone/>
            </a:pPr>
            <a:r>
              <a:rPr sz="1100" b="1" spc="100">
                <a:solidFill>
                  <a:srgbClr val="00A99D"/>
                </a:solidFill>
                <a:latin typeface="Arial"/>
                <a:ea typeface="Arial"/>
                <a:cs typeface="Arial"/>
              </a:rPr>
              <a:t>PRODUCT SENSE</a:t>
            </a:r>
            <a:endParaRPr sz="1100"/>
          </a:p>
        </p:txBody>
      </p:sp>
      <p:sp>
        <p:nvSpPr>
          <p:cNvPr id="29" name="TextBox 51">
            <a:extLst xmlns:a="http://schemas.openxmlformats.org/drawingml/2006/main">
              <a:ext uri="{FF2B5EF4-FFF2-40B4-BE49-F238E27FC236}">
                <a16:creationId xmlns:a16="http://schemas.microsoft.com/office/drawing/2014/main" id="{91128555-419B-4EC2-B255-45BEF988FE50}"/>
              </a:ext>
            </a:extLst>
          </p:cNvPr>
          <p:cNvSpPr>
            <a:spLocks xmlns:a="http://schemas.openxmlformats.org/drawingml/2006/main" noGrp="1"/>
          </p:cNvSpPr>
          <p:nvPr/>
        </p:nvSpPr>
        <p:spPr>
          <a:xfrm xmlns:a="http://schemas.openxmlformats.org/drawingml/2006/main">
            <a:off x="2552636" y="5400626"/>
            <a:ext cx="4063898" cy="247644"/>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buNone/>
            </a:pPr>
            <a:r>
              <a:rPr sz="1700" b="1">
                <a:solidFill>
                  <a:srgbClr val="162A2D"/>
                </a:solidFill>
                <a:latin typeface="Arial"/>
                <a:ea typeface="Arial"/>
                <a:cs typeface="Arial"/>
              </a:rPr>
              <a:t>Limits are part of the UX</a:t>
            </a:r>
            <a:endParaRPr sz="1700"/>
          </a:p>
        </p:txBody>
      </p:sp>
      <p:sp>
        <p:nvSpPr>
          <p:cNvPr id="30" name="TextBox 53">
            <a:extLst xmlns:a="http://schemas.openxmlformats.org/drawingml/2006/main">
              <a:ext uri="{FF2B5EF4-FFF2-40B4-BE49-F238E27FC236}">
                <a16:creationId xmlns:a16="http://schemas.microsoft.com/office/drawing/2014/main" id="{26CD8628-4B3E-49FB-A97C-7F2A8AC33E31}"/>
              </a:ext>
            </a:extLst>
          </p:cNvPr>
          <p:cNvSpPr>
            <a:spLocks xmlns:a="http://schemas.openxmlformats.org/drawingml/2006/main" noGrp="1"/>
          </p:cNvSpPr>
          <p:nvPr/>
        </p:nvSpPr>
        <p:spPr>
          <a:xfrm xmlns:a="http://schemas.openxmlformats.org/drawingml/2006/main">
            <a:off x="6616535" y="5417294"/>
            <a:ext cx="4571886" cy="214307"/>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lnSpc>
                <a:spcPts val="1687"/>
              </a:lnSpc>
              <a:buNone/>
            </a:pPr>
            <a:r>
              <a:rPr sz="1350">
                <a:solidFill>
                  <a:srgbClr val="5E6D6C"/>
                </a:solidFill>
                <a:latin typeface="Arial"/>
                <a:ea typeface="Arial"/>
                <a:cs typeface="Arial"/>
              </a:rPr>
              <a:t>Typed failures beat confident output with weak evidence.</a:t>
            </a:r>
            <a:endParaRPr sz="1350"/>
          </a:p>
        </p:txBody>
      </p:sp>
      <p:sp>
        <p:nvSpPr>
          <p:cNvPr id="31" name="TextBox 57">
            <a:extLst xmlns:a="http://schemas.openxmlformats.org/drawingml/2006/main">
              <a:ext uri="{FF2B5EF4-FFF2-40B4-BE49-F238E27FC236}">
                <a16:creationId xmlns:a16="http://schemas.microsoft.com/office/drawing/2014/main" id="{8B87A907-B852-43E4-926C-B9A1C107D44E}"/>
              </a:ext>
            </a:extLst>
          </p:cNvPr>
          <p:cNvSpPr>
            <a:spLocks xmlns:a="http://schemas.openxmlformats.org/drawingml/2006/main" noGrp="1"/>
          </p:cNvSpPr>
          <p:nvPr/>
        </p:nvSpPr>
        <p:spPr>
          <a:xfrm xmlns:a="http://schemas.openxmlformats.org/drawingml/2006/main">
            <a:off x="584185" y="6286429"/>
            <a:ext cx="6032349" cy="215895"/>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buNone/>
            </a:pPr>
            <a:r>
              <a:rPr sz="1100">
                <a:solidFill>
                  <a:srgbClr val="5E6D6C"/>
                </a:solidFill>
                <a:latin typeface="Arial"/>
                <a:ea typeface="Arial"/>
                <a:cs typeface="Arial"/>
              </a:rPr>
              <a:t>The rest of the deck is the evidence behind this scorecard.</a:t>
            </a:r>
            <a:endParaRPr sz="1100"/>
          </a:p>
        </p:txBody>
      </p:sp>
      <p:sp>
        <p:nvSpPr>
          <p:cNvPr id="32" name="TextBox 59">
            <a:extLst xmlns:a="http://schemas.openxmlformats.org/drawingml/2006/main">
              <a:ext uri="{FF2B5EF4-FFF2-40B4-BE49-F238E27FC236}">
                <a16:creationId xmlns:a16="http://schemas.microsoft.com/office/drawing/2014/main" id="{CCD8BDB9-07B5-46AA-82A0-16C3CC13A131}"/>
              </a:ext>
            </a:extLst>
          </p:cNvPr>
          <p:cNvSpPr>
            <a:spLocks xmlns:a="http://schemas.openxmlformats.org/drawingml/2006/main" noGrp="1"/>
          </p:cNvSpPr>
          <p:nvPr/>
        </p:nvSpPr>
        <p:spPr>
          <a:xfrm xmlns:a="http://schemas.openxmlformats.org/drawingml/2006/main">
            <a:off x="11099523" y="6248330"/>
            <a:ext cx="507987" cy="279393"/>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r">
              <a:buNone/>
            </a:pPr>
            <a:r>
              <a:rPr sz="1200">
                <a:solidFill>
                  <a:srgbClr val="00A99D"/>
                </a:solidFill>
                <a:latin typeface="Arial"/>
                <a:ea typeface="Arial"/>
                <a:cs typeface="Arial"/>
              </a:rPr>
              <a:t>02</a:t>
            </a:r>
            <a:endParaRPr sz="1200"/>
          </a:p>
        </p:txBody>
      </p:sp>
    </p:spTree>
    <p:extLst>
      <p:ext uri="{BB962C8B-B14F-4D97-AF65-F5344CB8AC3E}">
        <p14:creationId xmlns:p14="http://schemas.microsoft.com/office/powerpoint/2010/main" val="2090265380"/>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sp>
        <p:nvSpPr>
          <p:cNvPr id="2" name="Shape 1">
            <a:extLst xmlns:a="http://schemas.openxmlformats.org/drawingml/2006/main">
              <a:ext uri="{FF2B5EF4-FFF2-40B4-BE49-F238E27FC236}">
                <a16:creationId xmlns:a16="http://schemas.microsoft.com/office/drawing/2014/main" id="{E512A9D5-5680-4547-BE2A-51AF1111FA23}"/>
              </a:ext>
            </a:extLst>
          </p:cNvPr>
          <p:cNvSpPr>
            <a:spLocks xmlns:a="http://schemas.openxmlformats.org/drawingml/2006/main" noGrp="1"/>
          </p:cNvSpPr>
          <p:nvPr/>
        </p:nvSpPr>
        <p:spPr>
          <a:xfrm xmlns:a="http://schemas.openxmlformats.org/drawingml/2006/main">
            <a:off x="0" y="86"/>
            <a:ext cx="12191695" cy="6857829"/>
          </a:xfrm>
          <a:prstGeom xmlns:a="http://schemas.openxmlformats.org/drawingml/2006/main" prst="rect">
            <a:avLst/>
          </a:prstGeom>
          <a:solidFill xmlns:a="http://schemas.openxmlformats.org/drawingml/2006/main">
            <a:srgbClr val="FFFFFF"/>
          </a:solidFill>
        </p:spPr>
      </p:sp>
      <p:sp>
        <p:nvSpPr>
          <p:cNvPr id="3" name="TextBox 3">
            <a:extLst xmlns:a="http://schemas.openxmlformats.org/drawingml/2006/main">
              <a:ext uri="{FF2B5EF4-FFF2-40B4-BE49-F238E27FC236}">
                <a16:creationId xmlns:a16="http://schemas.microsoft.com/office/drawing/2014/main" id="{CFEF174A-FAC3-406F-920B-D961A4A129AA}"/>
              </a:ext>
            </a:extLst>
          </p:cNvPr>
          <p:cNvSpPr>
            <a:spLocks xmlns:a="http://schemas.openxmlformats.org/drawingml/2006/main" noGrp="1"/>
          </p:cNvSpPr>
          <p:nvPr/>
        </p:nvSpPr>
        <p:spPr>
          <a:xfrm xmlns:a="http://schemas.openxmlformats.org/drawingml/2006/main">
            <a:off x="584185" y="457274"/>
            <a:ext cx="2539936" cy="215895"/>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buNone/>
            </a:pPr>
            <a:r>
              <a:rPr sz="1000" b="1" spc="200">
                <a:solidFill>
                  <a:srgbClr val="00A99D"/>
                </a:solidFill>
                <a:latin typeface="Arial"/>
                <a:ea typeface="Arial"/>
                <a:cs typeface="Arial"/>
              </a:rPr>
              <a:t>THE PRODUCT IN ONE REQUEST</a:t>
            </a:r>
            <a:endParaRPr sz="1000"/>
          </a:p>
        </p:txBody>
      </p:sp>
      <p:sp>
        <p:nvSpPr>
          <p:cNvPr id="4" name="TextBox 5">
            <a:extLst xmlns:a="http://schemas.openxmlformats.org/drawingml/2006/main">
              <a:ext uri="{FF2B5EF4-FFF2-40B4-BE49-F238E27FC236}">
                <a16:creationId xmlns:a16="http://schemas.microsoft.com/office/drawing/2014/main" id="{D38C8833-0D50-4790-8975-D0CAE0F3C266}"/>
              </a:ext>
            </a:extLst>
          </p:cNvPr>
          <p:cNvSpPr>
            <a:spLocks xmlns:a="http://schemas.openxmlformats.org/drawingml/2006/main" noGrp="1"/>
          </p:cNvSpPr>
          <p:nvPr/>
        </p:nvSpPr>
        <p:spPr>
          <a:xfrm xmlns:a="http://schemas.openxmlformats.org/drawingml/2006/main">
            <a:off x="584185" y="800166"/>
            <a:ext cx="7048324" cy="603235"/>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lnSpc>
                <a:spcPts val="3564"/>
              </a:lnSpc>
              <a:buNone/>
            </a:pPr>
            <a:r>
              <a:rPr sz="3300" spc="-150">
                <a:solidFill>
                  <a:srgbClr val="162A2D"/>
                </a:solidFill>
                <a:latin typeface="Arial"/>
                <a:ea typeface="Arial"/>
                <a:cs typeface="Arial"/>
              </a:rPr>
              <a:t>From question to durable evidence</a:t>
            </a:r>
            <a:endParaRPr sz="3300"/>
          </a:p>
        </p:txBody>
      </p:sp>
      <p:sp>
        <p:nvSpPr>
          <p:cNvPr id="5" name="TextBox 7">
            <a:extLst xmlns:a="http://schemas.openxmlformats.org/drawingml/2006/main">
              <a:ext uri="{FF2B5EF4-FFF2-40B4-BE49-F238E27FC236}">
                <a16:creationId xmlns:a16="http://schemas.microsoft.com/office/drawing/2014/main" id="{E3C695A8-3DA8-4581-9766-363CE5C07E0A}"/>
              </a:ext>
            </a:extLst>
          </p:cNvPr>
          <p:cNvSpPr>
            <a:spLocks xmlns:a="http://schemas.openxmlformats.org/drawingml/2006/main" noGrp="1"/>
          </p:cNvSpPr>
          <p:nvPr/>
        </p:nvSpPr>
        <p:spPr>
          <a:xfrm xmlns:a="http://schemas.openxmlformats.org/drawingml/2006/main">
            <a:off x="8623084" y="901763"/>
            <a:ext cx="2984425" cy="533387"/>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lnSpc>
                <a:spcPts val="1822"/>
              </a:lnSpc>
              <a:buNone/>
            </a:pPr>
            <a:r>
              <a:rPr sz="1350">
                <a:solidFill>
                  <a:srgbClr val="5E6D6C"/>
                </a:solidFill>
                <a:latin typeface="Arial"/>
                <a:ea typeface="Arial"/>
                <a:cs typeface="Arial"/>
              </a:rPr>
              <a:t>One trace crosses three tasks</a:t>
            </a:r>
            <a:endParaRPr sz="1350"/>
          </a:p>
          <a:p xmlns:a="http://schemas.openxmlformats.org/drawingml/2006/main">
            <a:pPr marL="0" indent="0" algn="l">
              <a:lnSpc>
                <a:spcPts val="1822"/>
              </a:lnSpc>
              <a:buNone/>
            </a:pPr>
            <a:r>
              <a:rPr sz="1350">
                <a:solidFill>
                  <a:srgbClr val="5E6D6C"/>
                </a:solidFill>
                <a:latin typeface="Arial"/>
                <a:ea typeface="Arial"/>
                <a:cs typeface="Arial"/>
              </a:rPr>
              <a:t>without crossing responsibility.</a:t>
            </a:r>
            <a:endParaRPr sz="1350"/>
          </a:p>
        </p:txBody>
      </p:sp>
      <p:sp>
        <p:nvSpPr>
          <p:cNvPr id="6" name="Shape 9">
            <a:extLst xmlns:a="http://schemas.openxmlformats.org/drawingml/2006/main">
              <a:ext uri="{FF2B5EF4-FFF2-40B4-BE49-F238E27FC236}">
                <a16:creationId xmlns:a16="http://schemas.microsoft.com/office/drawing/2014/main" id="{58AFB459-17EE-4A8F-A029-5145BCB23880}"/>
              </a:ext>
            </a:extLst>
          </p:cNvPr>
          <p:cNvSpPr>
            <a:spLocks xmlns:a="http://schemas.openxmlformats.org/drawingml/2006/main" noGrp="1"/>
          </p:cNvSpPr>
          <p:nvPr/>
        </p:nvSpPr>
        <p:spPr>
          <a:xfrm xmlns:a="http://schemas.openxmlformats.org/drawingml/2006/main">
            <a:off x="761981" y="3086109"/>
            <a:ext cx="10667733" cy="50799"/>
          </a:xfrm>
          <a:prstGeom xmlns:a="http://schemas.openxmlformats.org/drawingml/2006/main" prst="roundRect">
            <a:avLst>
              <a:gd name="adj" fmla="val 50000"/>
            </a:avLst>
          </a:prstGeom>
          <a:solidFill xmlns:a="http://schemas.openxmlformats.org/drawingml/2006/main">
            <a:srgbClr val="C8D3D1"/>
          </a:solidFill>
        </p:spPr>
      </p:sp>
      <p:sp>
        <p:nvSpPr>
          <p:cNvPr id="7" name="Shape 11">
            <a:extLst xmlns:a="http://schemas.openxmlformats.org/drawingml/2006/main">
              <a:ext uri="{FF2B5EF4-FFF2-40B4-BE49-F238E27FC236}">
                <a16:creationId xmlns:a16="http://schemas.microsoft.com/office/drawing/2014/main" id="{BCE40269-9AE7-4E05-B2A0-13E663F480E1}"/>
              </a:ext>
            </a:extLst>
          </p:cNvPr>
          <p:cNvSpPr>
            <a:spLocks xmlns:a="http://schemas.openxmlformats.org/drawingml/2006/main" noGrp="1"/>
          </p:cNvSpPr>
          <p:nvPr/>
        </p:nvSpPr>
        <p:spPr>
          <a:xfrm xmlns:a="http://schemas.openxmlformats.org/drawingml/2006/main">
            <a:off x="761981" y="3086109"/>
            <a:ext cx="9270768" cy="50799"/>
          </a:xfrm>
          <a:prstGeom xmlns:a="http://schemas.openxmlformats.org/drawingml/2006/main" prst="roundRect">
            <a:avLst>
              <a:gd name="adj" fmla="val 50000"/>
            </a:avLst>
          </a:prstGeom>
          <a:solidFill xmlns:a="http://schemas.openxmlformats.org/drawingml/2006/main">
            <a:srgbClr val="00A99D"/>
          </a:solidFill>
        </p:spPr>
      </p:sp>
      <p:sp>
        <p:nvSpPr>
          <p:cNvPr id="8" name="TextBox 15">
            <a:extLst xmlns:a="http://schemas.openxmlformats.org/drawingml/2006/main">
              <a:ext uri="{FF2B5EF4-FFF2-40B4-BE49-F238E27FC236}">
                <a16:creationId xmlns:a16="http://schemas.microsoft.com/office/drawing/2014/main" id="{DBD5D7A9-0A46-461E-874D-6CB828AD740F}"/>
              </a:ext>
            </a:extLst>
          </p:cNvPr>
          <p:cNvSpPr>
            <a:spLocks xmlns:a="http://schemas.openxmlformats.org/drawingml/2006/main" noGrp="1"/>
          </p:cNvSpPr>
          <p:nvPr/>
        </p:nvSpPr>
        <p:spPr>
          <a:xfrm xmlns:a="http://schemas.openxmlformats.org/drawingml/2006/main">
            <a:off x="666733" y="2108233"/>
            <a:ext cx="1587460" cy="171446"/>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buNone/>
            </a:pPr>
            <a:r>
              <a:rPr sz="1150" b="1" spc="100">
                <a:solidFill>
                  <a:srgbClr val="00A99D"/>
                </a:solidFill>
                <a:latin typeface="Arial"/>
                <a:ea typeface="Arial"/>
                <a:cs typeface="Arial"/>
              </a:rPr>
              <a:t>01 · CLIENT</a:t>
            </a:r>
            <a:endParaRPr sz="1150"/>
          </a:p>
        </p:txBody>
      </p:sp>
      <p:sp>
        <p:nvSpPr>
          <p:cNvPr id="9" name="TextBox 17">
            <a:extLst xmlns:a="http://schemas.openxmlformats.org/drawingml/2006/main">
              <a:ext uri="{FF2B5EF4-FFF2-40B4-BE49-F238E27FC236}">
                <a16:creationId xmlns:a16="http://schemas.microsoft.com/office/drawing/2014/main" id="{0E6B5E01-EE5A-42A2-BB3E-7C069095C2E3}"/>
              </a:ext>
            </a:extLst>
          </p:cNvPr>
          <p:cNvSpPr>
            <a:spLocks xmlns:a="http://schemas.openxmlformats.org/drawingml/2006/main" noGrp="1"/>
          </p:cNvSpPr>
          <p:nvPr/>
        </p:nvSpPr>
        <p:spPr>
          <a:xfrm xmlns:a="http://schemas.openxmlformats.org/drawingml/2006/main">
            <a:off x="666733" y="2368577"/>
            <a:ext cx="1587460" cy="440917"/>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lnSpc>
                <a:spcPts val="1736"/>
              </a:lnSpc>
              <a:buNone/>
            </a:pPr>
            <a:r>
              <a:rPr sz="1550" b="1">
                <a:solidFill>
                  <a:srgbClr val="162A2D"/>
                </a:solidFill>
                <a:latin typeface="Arial"/>
                <a:ea typeface="Arial"/>
                <a:cs typeface="Arial"/>
              </a:rPr>
              <a:t>Question +</a:t>
            </a:r>
            <a:endParaRPr sz="1550"/>
          </a:p>
          <a:p xmlns:a="http://schemas.openxmlformats.org/drawingml/2006/main">
            <a:pPr marL="0" indent="0" algn="l">
              <a:lnSpc>
                <a:spcPts val="1736"/>
              </a:lnSpc>
              <a:buNone/>
            </a:pPr>
            <a:r>
              <a:rPr sz="1550" b="1">
                <a:solidFill>
                  <a:srgbClr val="162A2D"/>
                </a:solidFill>
                <a:latin typeface="Arial"/>
                <a:ea typeface="Arial"/>
                <a:cs typeface="Arial"/>
              </a:rPr>
              <a:t>tenant context</a:t>
            </a:r>
            <a:endParaRPr sz="1550"/>
          </a:p>
        </p:txBody>
      </p:sp>
      <p:sp>
        <p:nvSpPr>
          <p:cNvPr id="10" name="TextBox 22">
            <a:extLst xmlns:a="http://schemas.openxmlformats.org/drawingml/2006/main">
              <a:ext uri="{FF2B5EF4-FFF2-40B4-BE49-F238E27FC236}">
                <a16:creationId xmlns:a16="http://schemas.microsoft.com/office/drawing/2014/main" id="{CE475A07-5AE4-4365-8303-0ADD9E626712}"/>
              </a:ext>
            </a:extLst>
          </p:cNvPr>
          <p:cNvSpPr>
            <a:spLocks xmlns:a="http://schemas.openxmlformats.org/drawingml/2006/main" noGrp="1"/>
          </p:cNvSpPr>
          <p:nvPr/>
        </p:nvSpPr>
        <p:spPr>
          <a:xfrm xmlns:a="http://schemas.openxmlformats.org/drawingml/2006/main">
            <a:off x="2387540" y="3302003"/>
            <a:ext cx="1587460" cy="171446"/>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buNone/>
            </a:pPr>
            <a:r>
              <a:rPr sz="1150" b="1" spc="100">
                <a:solidFill>
                  <a:srgbClr val="00A99D"/>
                </a:solidFill>
                <a:latin typeface="Arial"/>
                <a:ea typeface="Arial"/>
                <a:cs typeface="Arial"/>
              </a:rPr>
              <a:t>02 · API</a:t>
            </a:r>
            <a:endParaRPr sz="1150"/>
          </a:p>
        </p:txBody>
      </p:sp>
      <p:sp>
        <p:nvSpPr>
          <p:cNvPr id="11" name="TextBox 24">
            <a:extLst xmlns:a="http://schemas.openxmlformats.org/drawingml/2006/main">
              <a:ext uri="{FF2B5EF4-FFF2-40B4-BE49-F238E27FC236}">
                <a16:creationId xmlns:a16="http://schemas.microsoft.com/office/drawing/2014/main" id="{E6F46917-926B-4119-907B-E2BFD310F429}"/>
              </a:ext>
            </a:extLst>
          </p:cNvPr>
          <p:cNvSpPr>
            <a:spLocks xmlns:a="http://schemas.openxmlformats.org/drawingml/2006/main" noGrp="1"/>
          </p:cNvSpPr>
          <p:nvPr/>
        </p:nvSpPr>
        <p:spPr>
          <a:xfrm xmlns:a="http://schemas.openxmlformats.org/drawingml/2006/main">
            <a:off x="2387540" y="3562347"/>
            <a:ext cx="1587460" cy="440917"/>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lnSpc>
                <a:spcPts val="1736"/>
              </a:lnSpc>
              <a:buNone/>
            </a:pPr>
            <a:r>
              <a:rPr sz="1550" b="1">
                <a:solidFill>
                  <a:srgbClr val="162A2D"/>
                </a:solidFill>
                <a:latin typeface="Arial"/>
                <a:ea typeface="Arial"/>
                <a:cs typeface="Arial"/>
              </a:rPr>
              <a:t>Persist before</a:t>
            </a:r>
            <a:endParaRPr sz="1550"/>
          </a:p>
          <a:p xmlns:a="http://schemas.openxmlformats.org/drawingml/2006/main">
            <a:pPr marL="0" indent="0" algn="l">
              <a:lnSpc>
                <a:spcPts val="1736"/>
              </a:lnSpc>
              <a:buNone/>
            </a:pPr>
            <a:r>
              <a:rPr sz="1550" b="1">
                <a:solidFill>
                  <a:srgbClr val="162A2D"/>
                </a:solidFill>
                <a:latin typeface="Arial"/>
                <a:ea typeface="Arial"/>
                <a:cs typeface="Arial"/>
              </a:rPr>
              <a:t>enqueue</a:t>
            </a:r>
            <a:endParaRPr sz="1550"/>
          </a:p>
        </p:txBody>
      </p:sp>
      <p:sp>
        <p:nvSpPr>
          <p:cNvPr id="12" name="TextBox 29">
            <a:extLst xmlns:a="http://schemas.openxmlformats.org/drawingml/2006/main">
              <a:ext uri="{FF2B5EF4-FFF2-40B4-BE49-F238E27FC236}">
                <a16:creationId xmlns:a16="http://schemas.microsoft.com/office/drawing/2014/main" id="{1750CE7C-23A3-4C1C-AE38-C0BD6DACD2E7}"/>
              </a:ext>
            </a:extLst>
          </p:cNvPr>
          <p:cNvSpPr>
            <a:spLocks xmlns:a="http://schemas.openxmlformats.org/drawingml/2006/main" noGrp="1"/>
          </p:cNvSpPr>
          <p:nvPr/>
        </p:nvSpPr>
        <p:spPr>
          <a:xfrm xmlns:a="http://schemas.openxmlformats.org/drawingml/2006/main">
            <a:off x="4114697" y="2108233"/>
            <a:ext cx="1587460" cy="171446"/>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buNone/>
            </a:pPr>
            <a:r>
              <a:rPr sz="1150" b="1" spc="100">
                <a:solidFill>
                  <a:srgbClr val="00A99D"/>
                </a:solidFill>
                <a:latin typeface="Arial"/>
                <a:ea typeface="Arial"/>
                <a:cs typeface="Arial"/>
              </a:rPr>
              <a:t>03 · WORKER</a:t>
            </a:r>
            <a:endParaRPr sz="1150"/>
          </a:p>
        </p:txBody>
      </p:sp>
      <p:sp>
        <p:nvSpPr>
          <p:cNvPr id="13" name="TextBox 31">
            <a:extLst xmlns:a="http://schemas.openxmlformats.org/drawingml/2006/main">
              <a:ext uri="{FF2B5EF4-FFF2-40B4-BE49-F238E27FC236}">
                <a16:creationId xmlns:a16="http://schemas.microsoft.com/office/drawing/2014/main" id="{A2FE938C-CBA3-4E68-9C59-2EA4E0BE9368}"/>
              </a:ext>
            </a:extLst>
          </p:cNvPr>
          <p:cNvSpPr>
            <a:spLocks xmlns:a="http://schemas.openxmlformats.org/drawingml/2006/main" noGrp="1"/>
          </p:cNvSpPr>
          <p:nvPr/>
        </p:nvSpPr>
        <p:spPr>
          <a:xfrm xmlns:a="http://schemas.openxmlformats.org/drawingml/2006/main">
            <a:off x="4114697" y="2368577"/>
            <a:ext cx="1587460" cy="440917"/>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lnSpc>
                <a:spcPts val="1736"/>
              </a:lnSpc>
              <a:buNone/>
            </a:pPr>
            <a:r>
              <a:rPr sz="1550" b="1">
                <a:solidFill>
                  <a:srgbClr val="162A2D"/>
                </a:solidFill>
                <a:latin typeface="Arial"/>
                <a:ea typeface="Arial"/>
                <a:cs typeface="Arial"/>
              </a:rPr>
              <a:t>Claim lease +</a:t>
            </a:r>
            <a:endParaRPr sz="1550"/>
          </a:p>
          <a:p xmlns:a="http://schemas.openxmlformats.org/drawingml/2006/main">
            <a:pPr marL="0" indent="0" algn="l">
              <a:lnSpc>
                <a:spcPts val="1736"/>
              </a:lnSpc>
              <a:buNone/>
            </a:pPr>
            <a:r>
              <a:rPr sz="1550" b="1">
                <a:solidFill>
                  <a:srgbClr val="162A2D"/>
                </a:solidFill>
                <a:latin typeface="Arial"/>
                <a:ea typeface="Arial"/>
                <a:cs typeface="Arial"/>
              </a:rPr>
              <a:t>run budget</a:t>
            </a:r>
            <a:endParaRPr sz="1550"/>
          </a:p>
        </p:txBody>
      </p:sp>
      <p:sp>
        <p:nvSpPr>
          <p:cNvPr id="14" name="TextBox 36">
            <a:extLst xmlns:a="http://schemas.openxmlformats.org/drawingml/2006/main">
              <a:ext uri="{FF2B5EF4-FFF2-40B4-BE49-F238E27FC236}">
                <a16:creationId xmlns:a16="http://schemas.microsoft.com/office/drawing/2014/main" id="{C651FA34-0253-4384-9DCD-F990661F24D3}"/>
              </a:ext>
            </a:extLst>
          </p:cNvPr>
          <p:cNvSpPr>
            <a:spLocks xmlns:a="http://schemas.openxmlformats.org/drawingml/2006/main" noGrp="1"/>
          </p:cNvSpPr>
          <p:nvPr/>
        </p:nvSpPr>
        <p:spPr>
          <a:xfrm xmlns:a="http://schemas.openxmlformats.org/drawingml/2006/main">
            <a:off x="5841854" y="3302003"/>
            <a:ext cx="1587460" cy="171446"/>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buNone/>
            </a:pPr>
            <a:r>
              <a:rPr sz="1150" b="1" spc="100">
                <a:solidFill>
                  <a:srgbClr val="00A99D"/>
                </a:solidFill>
                <a:latin typeface="Arial"/>
                <a:ea typeface="Arial"/>
                <a:cs typeface="Arial"/>
              </a:rPr>
              <a:t>04 · AGENT</a:t>
            </a:r>
            <a:endParaRPr sz="1150"/>
          </a:p>
        </p:txBody>
      </p:sp>
      <p:sp>
        <p:nvSpPr>
          <p:cNvPr id="15" name="TextBox 38">
            <a:extLst xmlns:a="http://schemas.openxmlformats.org/drawingml/2006/main">
              <a:ext uri="{FF2B5EF4-FFF2-40B4-BE49-F238E27FC236}">
                <a16:creationId xmlns:a16="http://schemas.microsoft.com/office/drawing/2014/main" id="{DD36F430-25FE-497B-BFFC-0049670697AC}"/>
              </a:ext>
            </a:extLst>
          </p:cNvPr>
          <p:cNvSpPr>
            <a:spLocks xmlns:a="http://schemas.openxmlformats.org/drawingml/2006/main" noGrp="1"/>
          </p:cNvSpPr>
          <p:nvPr/>
        </p:nvSpPr>
        <p:spPr>
          <a:xfrm xmlns:a="http://schemas.openxmlformats.org/drawingml/2006/main">
            <a:off x="5841854" y="3562347"/>
            <a:ext cx="1587460" cy="440917"/>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lnSpc>
                <a:spcPts val="1736"/>
              </a:lnSpc>
              <a:buNone/>
            </a:pPr>
            <a:r>
              <a:rPr sz="1550" b="1">
                <a:solidFill>
                  <a:srgbClr val="162A2D"/>
                </a:solidFill>
                <a:latin typeface="Arial"/>
                <a:ea typeface="Arial"/>
                <a:cs typeface="Arial"/>
              </a:rPr>
              <a:t>Plan, search,</a:t>
            </a:r>
            <a:endParaRPr sz="1550"/>
          </a:p>
          <a:p xmlns:a="http://schemas.openxmlformats.org/drawingml/2006/main">
            <a:pPr marL="0" indent="0" algn="l">
              <a:lnSpc>
                <a:spcPts val="1736"/>
              </a:lnSpc>
              <a:buNone/>
            </a:pPr>
            <a:r>
              <a:rPr sz="1550" b="1">
                <a:solidFill>
                  <a:srgbClr val="162A2D"/>
                </a:solidFill>
                <a:latin typeface="Arial"/>
                <a:ea typeface="Arial"/>
                <a:cs typeface="Arial"/>
              </a:rPr>
              <a:t>fetch, validate</a:t>
            </a:r>
            <a:endParaRPr sz="1550"/>
          </a:p>
        </p:txBody>
      </p:sp>
      <p:sp>
        <p:nvSpPr>
          <p:cNvPr id="16" name="TextBox 43">
            <a:extLst xmlns:a="http://schemas.openxmlformats.org/drawingml/2006/main">
              <a:ext uri="{FF2B5EF4-FFF2-40B4-BE49-F238E27FC236}">
                <a16:creationId xmlns:a16="http://schemas.microsoft.com/office/drawing/2014/main" id="{0DB5ED70-012A-4FF6-91A8-258910BF0FB2}"/>
              </a:ext>
            </a:extLst>
          </p:cNvPr>
          <p:cNvSpPr>
            <a:spLocks xmlns:a="http://schemas.openxmlformats.org/drawingml/2006/main" noGrp="1"/>
          </p:cNvSpPr>
          <p:nvPr/>
        </p:nvSpPr>
        <p:spPr>
          <a:xfrm xmlns:a="http://schemas.openxmlformats.org/drawingml/2006/main">
            <a:off x="7569011" y="2108233"/>
            <a:ext cx="1587460" cy="171446"/>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buNone/>
            </a:pPr>
            <a:r>
              <a:rPr sz="1150" b="1" spc="100">
                <a:solidFill>
                  <a:srgbClr val="00A99D"/>
                </a:solidFill>
                <a:latin typeface="Arial"/>
                <a:ea typeface="Arial"/>
                <a:cs typeface="Arial"/>
              </a:rPr>
              <a:t>05 · STATE</a:t>
            </a:r>
            <a:endParaRPr sz="1150"/>
          </a:p>
        </p:txBody>
      </p:sp>
      <p:sp>
        <p:nvSpPr>
          <p:cNvPr id="17" name="TextBox 45">
            <a:extLst xmlns:a="http://schemas.openxmlformats.org/drawingml/2006/main">
              <a:ext uri="{FF2B5EF4-FFF2-40B4-BE49-F238E27FC236}">
                <a16:creationId xmlns:a16="http://schemas.microsoft.com/office/drawing/2014/main" id="{5EAED125-9618-40D3-A218-30203780C84D}"/>
              </a:ext>
            </a:extLst>
          </p:cNvPr>
          <p:cNvSpPr>
            <a:spLocks xmlns:a="http://schemas.openxmlformats.org/drawingml/2006/main" noGrp="1"/>
          </p:cNvSpPr>
          <p:nvPr/>
        </p:nvSpPr>
        <p:spPr>
          <a:xfrm xmlns:a="http://schemas.openxmlformats.org/drawingml/2006/main">
            <a:off x="7569011" y="2368577"/>
            <a:ext cx="1587460" cy="440917"/>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lnSpc>
                <a:spcPts val="1736"/>
              </a:lnSpc>
              <a:buNone/>
            </a:pPr>
            <a:r>
              <a:rPr sz="1550" b="1">
                <a:solidFill>
                  <a:srgbClr val="162A2D"/>
                </a:solidFill>
                <a:latin typeface="Arial"/>
                <a:ea typeface="Arial"/>
                <a:cs typeface="Arial"/>
              </a:rPr>
              <a:t>Typed events +</a:t>
            </a:r>
            <a:endParaRPr sz="1550"/>
          </a:p>
          <a:p xmlns:a="http://schemas.openxmlformats.org/drawingml/2006/main">
            <a:pPr marL="0" indent="0" algn="l">
              <a:lnSpc>
                <a:spcPts val="1736"/>
              </a:lnSpc>
              <a:buNone/>
            </a:pPr>
            <a:r>
              <a:rPr sz="1550" b="1">
                <a:solidFill>
                  <a:srgbClr val="162A2D"/>
                </a:solidFill>
                <a:latin typeface="Arial"/>
                <a:ea typeface="Arial"/>
                <a:cs typeface="Arial"/>
              </a:rPr>
              <a:t>terminal result</a:t>
            </a:r>
            <a:endParaRPr sz="1550"/>
          </a:p>
        </p:txBody>
      </p:sp>
      <p:sp>
        <p:nvSpPr>
          <p:cNvPr id="18" name="TextBox 50">
            <a:extLst xmlns:a="http://schemas.openxmlformats.org/drawingml/2006/main">
              <a:ext uri="{FF2B5EF4-FFF2-40B4-BE49-F238E27FC236}">
                <a16:creationId xmlns:a16="http://schemas.microsoft.com/office/drawing/2014/main" id="{1EB3C6CC-8E4B-43A9-8CBA-F1B8DC9A168C}"/>
              </a:ext>
            </a:extLst>
          </p:cNvPr>
          <p:cNvSpPr>
            <a:spLocks xmlns:a="http://schemas.openxmlformats.org/drawingml/2006/main" noGrp="1"/>
          </p:cNvSpPr>
          <p:nvPr/>
        </p:nvSpPr>
        <p:spPr>
          <a:xfrm xmlns:a="http://schemas.openxmlformats.org/drawingml/2006/main">
            <a:off x="9296168" y="3302003"/>
            <a:ext cx="1904952" cy="171446"/>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buNone/>
            </a:pPr>
            <a:r>
              <a:rPr sz="1150" b="1" spc="100">
                <a:solidFill>
                  <a:srgbClr val="00A99D"/>
                </a:solidFill>
                <a:latin typeface="Arial"/>
                <a:ea typeface="Arial"/>
                <a:cs typeface="Arial"/>
              </a:rPr>
              <a:t>06 · DELIVERY</a:t>
            </a:r>
            <a:endParaRPr sz="1150"/>
          </a:p>
        </p:txBody>
      </p:sp>
      <p:sp>
        <p:nvSpPr>
          <p:cNvPr id="19" name="TextBox 52">
            <a:extLst xmlns:a="http://schemas.openxmlformats.org/drawingml/2006/main">
              <a:ext uri="{FF2B5EF4-FFF2-40B4-BE49-F238E27FC236}">
                <a16:creationId xmlns:a16="http://schemas.microsoft.com/office/drawing/2014/main" id="{7C6CA52E-BA31-4BB1-91A9-7BE8A17FB4E7}"/>
              </a:ext>
            </a:extLst>
          </p:cNvPr>
          <p:cNvSpPr>
            <a:spLocks xmlns:a="http://schemas.openxmlformats.org/drawingml/2006/main" noGrp="1"/>
          </p:cNvSpPr>
          <p:nvPr/>
        </p:nvSpPr>
        <p:spPr>
          <a:xfrm xmlns:a="http://schemas.openxmlformats.org/drawingml/2006/main">
            <a:off x="9296168" y="3562347"/>
            <a:ext cx="1904952" cy="440917"/>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lnSpc>
                <a:spcPts val="1736"/>
              </a:lnSpc>
              <a:buNone/>
            </a:pPr>
            <a:r>
              <a:rPr sz="1550" b="1">
                <a:solidFill>
                  <a:srgbClr val="162A2D"/>
                </a:solidFill>
                <a:latin typeface="Arial"/>
                <a:ea typeface="Arial"/>
                <a:cs typeface="Arial"/>
              </a:rPr>
              <a:t>Poll, SSE or</a:t>
            </a:r>
            <a:endParaRPr sz="1550"/>
          </a:p>
          <a:p xmlns:a="http://schemas.openxmlformats.org/drawingml/2006/main">
            <a:pPr marL="0" indent="0" algn="l">
              <a:lnSpc>
                <a:spcPts val="1736"/>
              </a:lnSpc>
              <a:buNone/>
            </a:pPr>
            <a:r>
              <a:rPr sz="1550" b="1">
                <a:solidFill>
                  <a:srgbClr val="162A2D"/>
                </a:solidFill>
                <a:latin typeface="Arial"/>
                <a:ea typeface="Arial"/>
                <a:cs typeface="Arial"/>
              </a:rPr>
              <a:t>safe cancellation</a:t>
            </a:r>
            <a:endParaRPr sz="1550"/>
          </a:p>
        </p:txBody>
      </p:sp>
      <p:sp>
        <p:nvSpPr>
          <p:cNvPr id="20" name="Shape 55">
            <a:extLst xmlns:a="http://schemas.openxmlformats.org/drawingml/2006/main">
              <a:ext uri="{FF2B5EF4-FFF2-40B4-BE49-F238E27FC236}">
                <a16:creationId xmlns:a16="http://schemas.microsoft.com/office/drawing/2014/main" id="{8456554B-FE51-4142-B51B-336797DE568A}"/>
              </a:ext>
            </a:extLst>
          </p:cNvPr>
          <p:cNvSpPr>
            <a:spLocks xmlns:a="http://schemas.openxmlformats.org/drawingml/2006/main" noGrp="1"/>
          </p:cNvSpPr>
          <p:nvPr/>
        </p:nvSpPr>
        <p:spPr>
          <a:xfrm xmlns:a="http://schemas.openxmlformats.org/drawingml/2006/main">
            <a:off x="584185" y="5130757"/>
            <a:ext cx="11023324" cy="1104872"/>
          </a:xfrm>
          <a:prstGeom xmlns:a="http://schemas.openxmlformats.org/drawingml/2006/main" prst="roundRect">
            <a:avLst>
              <a:gd name="adj" fmla="val 18391"/>
            </a:avLst>
          </a:prstGeom>
          <a:solidFill xmlns:a="http://schemas.openxmlformats.org/drawingml/2006/main">
            <a:srgbClr val="F4F1EA"/>
          </a:solidFill>
          <a:ln xmlns:a="http://schemas.openxmlformats.org/drawingml/2006/main" w="6350">
            <a:solidFill>
              <a:srgbClr val="D4DCDA"/>
            </a:solidFill>
            <a:prstDash val="solid"/>
          </a:ln>
        </p:spPr>
      </p:sp>
      <p:sp>
        <p:nvSpPr>
          <p:cNvPr id="21" name="TextBox 57">
            <a:extLst xmlns:a="http://schemas.openxmlformats.org/drawingml/2006/main">
              <a:ext uri="{FF2B5EF4-FFF2-40B4-BE49-F238E27FC236}">
                <a16:creationId xmlns:a16="http://schemas.microsoft.com/office/drawing/2014/main" id="{83D3C83A-41C0-4C4F-A1A6-134EB7D95330}"/>
              </a:ext>
            </a:extLst>
          </p:cNvPr>
          <p:cNvSpPr>
            <a:spLocks xmlns:a="http://schemas.openxmlformats.org/drawingml/2006/main" noGrp="1"/>
          </p:cNvSpPr>
          <p:nvPr/>
        </p:nvSpPr>
        <p:spPr>
          <a:xfrm xmlns:a="http://schemas.openxmlformats.org/drawingml/2006/main">
            <a:off x="882628" y="5511748"/>
            <a:ext cx="1904952" cy="342891"/>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buNone/>
            </a:pPr>
            <a:r>
              <a:rPr sz="1150" b="1" spc="150">
                <a:solidFill>
                  <a:srgbClr val="5E6D6C"/>
                </a:solidFill>
                <a:latin typeface="Arial"/>
                <a:ea typeface="Arial"/>
                <a:cs typeface="Arial"/>
              </a:rPr>
              <a:t>OFFLINE · SAME DISCIPLINE</a:t>
            </a:r>
            <a:endParaRPr sz="1150"/>
          </a:p>
        </p:txBody>
      </p:sp>
      <p:sp>
        <p:nvSpPr>
          <p:cNvPr id="22" name="TextBox 59">
            <a:extLst xmlns:a="http://schemas.openxmlformats.org/drawingml/2006/main">
              <a:ext uri="{FF2B5EF4-FFF2-40B4-BE49-F238E27FC236}">
                <a16:creationId xmlns:a16="http://schemas.microsoft.com/office/drawing/2014/main" id="{02D2D7D9-192A-4B39-84B0-5CEFA0103909}"/>
              </a:ext>
            </a:extLst>
          </p:cNvPr>
          <p:cNvSpPr>
            <a:spLocks xmlns:a="http://schemas.openxmlformats.org/drawingml/2006/main" noGrp="1"/>
          </p:cNvSpPr>
          <p:nvPr/>
        </p:nvSpPr>
        <p:spPr>
          <a:xfrm xmlns:a="http://schemas.openxmlformats.org/drawingml/2006/main">
            <a:off x="2787580" y="5565722"/>
            <a:ext cx="2793930" cy="234944"/>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buNone/>
            </a:pPr>
            <a:r>
              <a:rPr sz="1600" b="1">
                <a:solidFill>
                  <a:srgbClr val="162A2D"/>
                </a:solidFill>
                <a:latin typeface="Arial"/>
                <a:ea typeface="Arial"/>
                <a:cs typeface="Arial"/>
              </a:rPr>
              <a:t>04 · Failure prediction</a:t>
            </a:r>
            <a:endParaRPr sz="1600"/>
          </a:p>
        </p:txBody>
      </p:sp>
      <p:sp>
        <p:nvSpPr>
          <p:cNvPr id="23" name="TextBox 61">
            <a:extLst xmlns:a="http://schemas.openxmlformats.org/drawingml/2006/main">
              <a:ext uri="{FF2B5EF4-FFF2-40B4-BE49-F238E27FC236}">
                <a16:creationId xmlns:a16="http://schemas.microsoft.com/office/drawing/2014/main" id="{6232DA61-5B38-4927-B524-8517F6FBFC14}"/>
              </a:ext>
            </a:extLst>
          </p:cNvPr>
          <p:cNvSpPr>
            <a:spLocks xmlns:a="http://schemas.openxmlformats.org/drawingml/2006/main" noGrp="1"/>
          </p:cNvSpPr>
          <p:nvPr/>
        </p:nvSpPr>
        <p:spPr>
          <a:xfrm xmlns:a="http://schemas.openxmlformats.org/drawingml/2006/main">
            <a:off x="5581510" y="5565722"/>
            <a:ext cx="2857429" cy="234944"/>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buNone/>
            </a:pPr>
            <a:r>
              <a:rPr sz="1600" b="1">
                <a:solidFill>
                  <a:srgbClr val="162A2D"/>
                </a:solidFill>
                <a:latin typeface="Arial"/>
                <a:ea typeface="Arial"/>
                <a:cs typeface="Arial"/>
              </a:rPr>
              <a:t>05 · Material similarity</a:t>
            </a:r>
            <a:endParaRPr sz="1600"/>
          </a:p>
        </p:txBody>
      </p:sp>
      <p:sp>
        <p:nvSpPr>
          <p:cNvPr id="24" name="TextBox 63">
            <a:extLst xmlns:a="http://schemas.openxmlformats.org/drawingml/2006/main">
              <a:ext uri="{FF2B5EF4-FFF2-40B4-BE49-F238E27FC236}">
                <a16:creationId xmlns:a16="http://schemas.microsoft.com/office/drawing/2014/main" id="{81534BB9-E0C3-4C74-AA0D-FF332778D9DA}"/>
              </a:ext>
            </a:extLst>
          </p:cNvPr>
          <p:cNvSpPr>
            <a:spLocks xmlns:a="http://schemas.openxmlformats.org/drawingml/2006/main" noGrp="1"/>
          </p:cNvSpPr>
          <p:nvPr/>
        </p:nvSpPr>
        <p:spPr>
          <a:xfrm xmlns:a="http://schemas.openxmlformats.org/drawingml/2006/main">
            <a:off x="8438939" y="5565722"/>
            <a:ext cx="2857429" cy="234944"/>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buNone/>
            </a:pPr>
            <a:r>
              <a:rPr sz="1600" b="1">
                <a:solidFill>
                  <a:srgbClr val="162A2D"/>
                </a:solidFill>
                <a:latin typeface="Arial"/>
                <a:ea typeface="Arial"/>
                <a:cs typeface="Arial"/>
              </a:rPr>
              <a:t>06 · Category consolidation</a:t>
            </a:r>
            <a:endParaRPr sz="1600"/>
          </a:p>
        </p:txBody>
      </p:sp>
      <p:sp>
        <p:nvSpPr>
          <p:cNvPr id="25" name="TextBox 66">
            <a:extLst xmlns:a="http://schemas.openxmlformats.org/drawingml/2006/main">
              <a:ext uri="{FF2B5EF4-FFF2-40B4-BE49-F238E27FC236}">
                <a16:creationId xmlns:a16="http://schemas.microsoft.com/office/drawing/2014/main" id="{53E81D27-58BC-45E0-9557-C4190C521C4C}"/>
              </a:ext>
            </a:extLst>
          </p:cNvPr>
          <p:cNvSpPr>
            <a:spLocks xmlns:a="http://schemas.openxmlformats.org/drawingml/2006/main" noGrp="1"/>
          </p:cNvSpPr>
          <p:nvPr/>
        </p:nvSpPr>
        <p:spPr>
          <a:xfrm xmlns:a="http://schemas.openxmlformats.org/drawingml/2006/main">
            <a:off x="11099523" y="6388026"/>
            <a:ext cx="507987" cy="241294"/>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r">
              <a:buNone/>
            </a:pPr>
            <a:r>
              <a:rPr sz="1200">
                <a:solidFill>
                  <a:srgbClr val="00A99D"/>
                </a:solidFill>
                <a:latin typeface="Arial"/>
                <a:ea typeface="Arial"/>
                <a:cs typeface="Arial"/>
              </a:rPr>
              <a:t>03</a:t>
            </a:r>
            <a:endParaRPr sz="1200"/>
          </a:p>
        </p:txBody>
      </p:sp>
    </p:spTree>
    <p:extLst>
      <p:ext uri="{BB962C8B-B14F-4D97-AF65-F5344CB8AC3E}">
        <p14:creationId xmlns:p14="http://schemas.microsoft.com/office/powerpoint/2010/main" val="804232413"/>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sp>
        <p:nvSpPr>
          <p:cNvPr id="2" name="Shape 1">
            <a:extLst xmlns:a="http://schemas.openxmlformats.org/drawingml/2006/main">
              <a:ext uri="{FF2B5EF4-FFF2-40B4-BE49-F238E27FC236}">
                <a16:creationId xmlns:a16="http://schemas.microsoft.com/office/drawing/2014/main" id="{F1A4264E-F50E-4890-85FF-4940CF0B929E}"/>
              </a:ext>
            </a:extLst>
          </p:cNvPr>
          <p:cNvSpPr>
            <a:spLocks xmlns:a="http://schemas.openxmlformats.org/drawingml/2006/main" noGrp="1"/>
          </p:cNvSpPr>
          <p:nvPr/>
        </p:nvSpPr>
        <p:spPr>
          <a:xfrm xmlns:a="http://schemas.openxmlformats.org/drawingml/2006/main">
            <a:off x="0" y="86"/>
            <a:ext cx="12191695" cy="6857829"/>
          </a:xfrm>
          <a:prstGeom xmlns:a="http://schemas.openxmlformats.org/drawingml/2006/main" prst="rect">
            <a:avLst/>
          </a:prstGeom>
          <a:solidFill xmlns:a="http://schemas.openxmlformats.org/drawingml/2006/main">
            <a:srgbClr val="F4F1EA"/>
          </a:solidFill>
        </p:spPr>
      </p:sp>
      <p:sp>
        <p:nvSpPr>
          <p:cNvPr id="3" name="TextBox 3">
            <a:extLst xmlns:a="http://schemas.openxmlformats.org/drawingml/2006/main">
              <a:ext uri="{FF2B5EF4-FFF2-40B4-BE49-F238E27FC236}">
                <a16:creationId xmlns:a16="http://schemas.microsoft.com/office/drawing/2014/main" id="{8910E98D-0064-4EEA-8A43-1E88FFF9502A}"/>
              </a:ext>
            </a:extLst>
          </p:cNvPr>
          <p:cNvSpPr>
            <a:spLocks xmlns:a="http://schemas.openxmlformats.org/drawingml/2006/main" noGrp="1"/>
          </p:cNvSpPr>
          <p:nvPr/>
        </p:nvSpPr>
        <p:spPr>
          <a:xfrm xmlns:a="http://schemas.openxmlformats.org/drawingml/2006/main">
            <a:off x="584185" y="457274"/>
            <a:ext cx="2476438" cy="215895"/>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buNone/>
            </a:pPr>
            <a:r>
              <a:rPr sz="1000" b="1" spc="200">
                <a:solidFill>
                  <a:srgbClr val="00A99D"/>
                </a:solidFill>
                <a:latin typeface="Arial"/>
                <a:ea typeface="Arial"/>
                <a:cs typeface="Arial"/>
              </a:rPr>
              <a:t>TASK 01 · EVIDENCE CONTRACT</a:t>
            </a:r>
            <a:endParaRPr sz="1000"/>
          </a:p>
        </p:txBody>
      </p:sp>
      <p:sp>
        <p:nvSpPr>
          <p:cNvPr id="4" name="TextBox 5">
            <a:extLst xmlns:a="http://schemas.openxmlformats.org/drawingml/2006/main">
              <a:ext uri="{FF2B5EF4-FFF2-40B4-BE49-F238E27FC236}">
                <a16:creationId xmlns:a16="http://schemas.microsoft.com/office/drawing/2014/main" id="{5453AE77-2936-4195-8A77-C8286504B697}"/>
              </a:ext>
            </a:extLst>
          </p:cNvPr>
          <p:cNvSpPr>
            <a:spLocks xmlns:a="http://schemas.openxmlformats.org/drawingml/2006/main" noGrp="1"/>
          </p:cNvSpPr>
          <p:nvPr/>
        </p:nvSpPr>
        <p:spPr>
          <a:xfrm xmlns:a="http://schemas.openxmlformats.org/drawingml/2006/main">
            <a:off x="584185" y="812865"/>
            <a:ext cx="9016775" cy="1130272"/>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lnSpc>
                <a:spcPts val="3710"/>
              </a:lnSpc>
              <a:buNone/>
            </a:pPr>
            <a:r>
              <a:rPr sz="3500" spc="-150">
                <a:solidFill>
                  <a:srgbClr val="162A2D"/>
                </a:solidFill>
                <a:latin typeface="Arial"/>
                <a:ea typeface="Arial"/>
                <a:cs typeface="Arial"/>
              </a:rPr>
              <a:t>The agent does not get to</a:t>
            </a:r>
            <a:endParaRPr sz="3500"/>
          </a:p>
          <a:p xmlns:a="http://schemas.openxmlformats.org/drawingml/2006/main">
            <a:pPr marL="0" indent="0" algn="l">
              <a:lnSpc>
                <a:spcPts val="3710"/>
              </a:lnSpc>
              <a:buNone/>
            </a:pPr>
            <a:r>
              <a:rPr sz="3500" spc="-150">
                <a:solidFill>
                  <a:srgbClr val="162A2D"/>
                </a:solidFill>
                <a:latin typeface="Arial"/>
                <a:ea typeface="Arial"/>
                <a:cs typeface="Arial"/>
              </a:rPr>
              <a:t>“just answer”</a:t>
            </a:r>
            <a:endParaRPr sz="3500"/>
          </a:p>
        </p:txBody>
      </p:sp>
      <p:sp>
        <p:nvSpPr>
          <p:cNvPr id="5" name="Shape 7">
            <a:extLst xmlns:a="http://schemas.openxmlformats.org/drawingml/2006/main">
              <a:ext uri="{FF2B5EF4-FFF2-40B4-BE49-F238E27FC236}">
                <a16:creationId xmlns:a16="http://schemas.microsoft.com/office/drawing/2014/main" id="{023A7594-632C-4274-82C7-EC003667DB3F}"/>
              </a:ext>
            </a:extLst>
          </p:cNvPr>
          <p:cNvSpPr>
            <a:spLocks xmlns:a="http://schemas.openxmlformats.org/drawingml/2006/main" noGrp="1"/>
          </p:cNvSpPr>
          <p:nvPr/>
        </p:nvSpPr>
        <p:spPr>
          <a:xfrm xmlns:a="http://schemas.openxmlformats.org/drawingml/2006/main">
            <a:off x="584185" y="2362227"/>
            <a:ext cx="4063898" cy="3492413"/>
          </a:xfrm>
          <a:prstGeom xmlns:a="http://schemas.openxmlformats.org/drawingml/2006/main" prst="roundRect">
            <a:avLst>
              <a:gd name="adj" fmla="val 8000"/>
            </a:avLst>
          </a:prstGeom>
          <a:solidFill xmlns:a="http://schemas.openxmlformats.org/drawingml/2006/main">
            <a:srgbClr val="162A2D"/>
          </a:solidFill>
        </p:spPr>
      </p:sp>
      <p:sp>
        <p:nvSpPr>
          <p:cNvPr id="6" name="TextBox 9">
            <a:extLst xmlns:a="http://schemas.openxmlformats.org/drawingml/2006/main">
              <a:ext uri="{FF2B5EF4-FFF2-40B4-BE49-F238E27FC236}">
                <a16:creationId xmlns:a16="http://schemas.microsoft.com/office/drawing/2014/main" id="{B86117E4-E195-4420-AAFA-C62F062714E7}"/>
              </a:ext>
            </a:extLst>
          </p:cNvPr>
          <p:cNvSpPr>
            <a:spLocks xmlns:a="http://schemas.openxmlformats.org/drawingml/2006/main" noGrp="1"/>
          </p:cNvSpPr>
          <p:nvPr/>
        </p:nvSpPr>
        <p:spPr>
          <a:xfrm xmlns:a="http://schemas.openxmlformats.org/drawingml/2006/main">
            <a:off x="927077" y="2705118"/>
            <a:ext cx="3378116" cy="165096"/>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buNone/>
            </a:pPr>
            <a:r>
              <a:rPr sz="1100" b="1" spc="150">
                <a:solidFill>
                  <a:srgbClr val="00A99D"/>
                </a:solidFill>
                <a:latin typeface="Arial"/>
                <a:ea typeface="Arial"/>
                <a:cs typeface="Arial"/>
              </a:rPr>
              <a:t>THE ACCEPTANCE TEST</a:t>
            </a:r>
            <a:endParaRPr sz="1100"/>
          </a:p>
        </p:txBody>
      </p:sp>
      <p:sp>
        <p:nvSpPr>
          <p:cNvPr id="7" name="TextBox 11">
            <a:extLst xmlns:a="http://schemas.openxmlformats.org/drawingml/2006/main">
              <a:ext uri="{FF2B5EF4-FFF2-40B4-BE49-F238E27FC236}">
                <a16:creationId xmlns:a16="http://schemas.microsoft.com/office/drawing/2014/main" id="{82C0D013-0368-456F-A382-09891D1B5CFD}"/>
              </a:ext>
            </a:extLst>
          </p:cNvPr>
          <p:cNvSpPr>
            <a:spLocks xmlns:a="http://schemas.openxmlformats.org/drawingml/2006/main" noGrp="1"/>
          </p:cNvSpPr>
          <p:nvPr/>
        </p:nvSpPr>
        <p:spPr>
          <a:xfrm xmlns:a="http://schemas.openxmlformats.org/drawingml/2006/main">
            <a:off x="927077" y="3238505"/>
            <a:ext cx="3378116" cy="1708504"/>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lnSpc>
                <a:spcPts val="3364"/>
              </a:lnSpc>
              <a:buNone/>
            </a:pPr>
            <a:r>
              <a:rPr sz="2900">
                <a:solidFill>
                  <a:srgbClr val="FFFFFF"/>
                </a:solidFill>
                <a:latin typeface="Georgia"/>
                <a:ea typeface="Georgia"/>
                <a:cs typeface="Georgia"/>
              </a:rPr>
              <a:t>“Can every factual claim point to evidence the system actually fetched?”</a:t>
            </a:r>
            <a:endParaRPr sz="2900"/>
          </a:p>
        </p:txBody>
      </p:sp>
      <p:pic>
        <p:nvPicPr>
          <p:cNvPr id="36" name="Picture 13"/>
          <p:cNvPicPr>
            <a:picLocks xmlns:a="http://schemas.openxmlformats.org/drawingml/2006/main" noChangeAspect="1"/>
          </p:cNvPicPr>
          <p:nvPr/>
        </p:nvPicPr>
        <p:blipFill>
          <a:blip xmlns:r="http://schemas.openxmlformats.org/officeDocument/2006/relationships" xmlns:a="http://schemas.openxmlformats.org/drawingml/2006/main" r:embed="R735de9b52f8741e3">
            <a:extLst>
              <a:ext uri="{96DAC541-7B7A-43D3-8B79-37D633B846F1}">
                <asvg:svgBlip xmlns:asvg="http://schemas.microsoft.com/office/drawing/2016/SVG/main" r:embed="R6cd2d79202b4436f"/>
              </a:ext>
            </a:extLst>
          </a:blip>
          <a:stretch xmlns:a="http://schemas.openxmlformats.org/drawingml/2006/main">
            <a:fillRect l="0" t="0" r="0" b="0"/>
          </a:stretch>
        </p:blipFill>
        <p:spPr>
          <a:xfrm xmlns:a="http://schemas.openxmlformats.org/drawingml/2006/main">
            <a:off x="927077" y="5105358"/>
            <a:ext cx="3301917" cy="444489"/>
          </a:xfrm>
          <a:prstGeom xmlns:a="http://schemas.openxmlformats.org/drawingml/2006/main" prst="rect">
            <a:avLst/>
          </a:prstGeom>
        </p:spPr>
      </p:pic>
      <p:sp>
        <p:nvSpPr>
          <p:cNvPr id="9" name="TextBox 13">
            <a:extLst xmlns:a="http://schemas.openxmlformats.org/drawingml/2006/main">
              <a:ext uri="{FF2B5EF4-FFF2-40B4-BE49-F238E27FC236}">
                <a16:creationId xmlns:a16="http://schemas.microsoft.com/office/drawing/2014/main" id="{2857926A-21EC-4576-A2D9-34D9BEB5F45D}"/>
              </a:ext>
            </a:extLst>
          </p:cNvPr>
          <p:cNvSpPr>
            <a:spLocks xmlns:a="http://schemas.openxmlformats.org/drawingml/2006/main" noGrp="1"/>
          </p:cNvSpPr>
          <p:nvPr/>
        </p:nvSpPr>
        <p:spPr>
          <a:xfrm xmlns:a="http://schemas.openxmlformats.org/drawingml/2006/main">
            <a:off x="927077" y="5105358"/>
            <a:ext cx="3301917" cy="444489"/>
          </a:xfrm>
          <a:prstGeom xmlns:a="http://schemas.openxmlformats.org/drawingml/2006/main" prst="rect">
            <a:avLst/>
          </a:prstGeom>
          <a:noFill xmlns:a="http://schemas.openxmlformats.org/drawingml/2006/main"/>
        </p:spPr>
        <p:txBody>
          <a:bodyPr xmlns:a="http://schemas.openxmlformats.org/drawingml/2006/main" wrap="square" lIns="0" tIns="139697" rIns="0" bIns="0" anchor="t">
            <a:spAutoFit/>
          </a:bodyPr>
          <a:lstStyle xmlns:a="http://schemas.openxmlformats.org/drawingml/2006/main"/>
          <a:p xmlns:a="http://schemas.openxmlformats.org/drawingml/2006/main">
            <a:pPr marL="0" indent="0" algn="l">
              <a:buNone/>
            </a:pPr>
            <a:r>
              <a:rPr sz="1250">
                <a:solidFill>
                  <a:srgbClr val="B8C3C1"/>
                </a:solidFill>
                <a:latin typeface="Arial"/>
                <a:ea typeface="Arial"/>
                <a:cs typeface="Arial"/>
              </a:rPr>
              <a:t>No evidence ID → no supported claim.</a:t>
            </a:r>
            <a:endParaRPr sz="1250"/>
          </a:p>
        </p:txBody>
      </p:sp>
      <p:sp>
        <p:nvSpPr>
          <p:cNvPr id="10" name="Shape 18">
            <a:extLst xmlns:a="http://schemas.openxmlformats.org/drawingml/2006/main">
              <a:ext uri="{FF2B5EF4-FFF2-40B4-BE49-F238E27FC236}">
                <a16:creationId xmlns:a16="http://schemas.microsoft.com/office/drawing/2014/main" id="{2355BA06-97D0-40CD-8379-947682A2F568}"/>
              </a:ext>
            </a:extLst>
          </p:cNvPr>
          <p:cNvSpPr>
            <a:spLocks xmlns:a="http://schemas.openxmlformats.org/drawingml/2006/main" noGrp="1"/>
          </p:cNvSpPr>
          <p:nvPr/>
        </p:nvSpPr>
        <p:spPr>
          <a:xfrm xmlns:a="http://schemas.openxmlformats.org/drawingml/2006/main">
            <a:off x="5016375" y="2362227"/>
            <a:ext cx="1930352" cy="1333467"/>
          </a:xfrm>
          <a:prstGeom xmlns:a="http://schemas.openxmlformats.org/drawingml/2006/main" prst="roundRect">
            <a:avLst>
              <a:gd name="adj" fmla="val 14286"/>
            </a:avLst>
          </a:prstGeom>
          <a:solidFill xmlns:a="http://schemas.openxmlformats.org/drawingml/2006/main">
            <a:srgbClr val="FFFFFF"/>
          </a:solidFill>
          <a:ln xmlns:a="http://schemas.openxmlformats.org/drawingml/2006/main" w="6350">
            <a:solidFill>
              <a:srgbClr val="C8D3D1"/>
            </a:solidFill>
            <a:prstDash val="solid"/>
          </a:ln>
        </p:spPr>
      </p:sp>
      <p:sp>
        <p:nvSpPr>
          <p:cNvPr id="11" name="TextBox 20">
            <a:extLst xmlns:a="http://schemas.openxmlformats.org/drawingml/2006/main">
              <a:ext uri="{FF2B5EF4-FFF2-40B4-BE49-F238E27FC236}">
                <a16:creationId xmlns:a16="http://schemas.microsoft.com/office/drawing/2014/main" id="{95ADA0DD-54A3-4418-8577-D6569CAD574E}"/>
              </a:ext>
            </a:extLst>
          </p:cNvPr>
          <p:cNvSpPr>
            <a:spLocks xmlns:a="http://schemas.openxmlformats.org/drawingml/2006/main" noGrp="1"/>
          </p:cNvSpPr>
          <p:nvPr/>
        </p:nvSpPr>
        <p:spPr>
          <a:xfrm xmlns:a="http://schemas.openxmlformats.org/drawingml/2006/main">
            <a:off x="5238619" y="2584471"/>
            <a:ext cx="1485863" cy="146046"/>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buNone/>
            </a:pPr>
            <a:r>
              <a:rPr sz="1000" b="1" spc="100">
                <a:solidFill>
                  <a:srgbClr val="00A99D"/>
                </a:solidFill>
                <a:latin typeface="Arial"/>
                <a:ea typeface="Arial"/>
                <a:cs typeface="Arial"/>
              </a:rPr>
              <a:t>PLAN</a:t>
            </a:r>
            <a:endParaRPr sz="1000"/>
          </a:p>
        </p:txBody>
      </p:sp>
      <p:sp>
        <p:nvSpPr>
          <p:cNvPr id="12" name="TextBox 22">
            <a:extLst xmlns:a="http://schemas.openxmlformats.org/drawingml/2006/main">
              <a:ext uri="{FF2B5EF4-FFF2-40B4-BE49-F238E27FC236}">
                <a16:creationId xmlns:a16="http://schemas.microsoft.com/office/drawing/2014/main" id="{4026CEAD-4987-4376-98DB-5800C7475074}"/>
              </a:ext>
            </a:extLst>
          </p:cNvPr>
          <p:cNvSpPr>
            <a:spLocks xmlns:a="http://schemas.openxmlformats.org/drawingml/2006/main" noGrp="1"/>
          </p:cNvSpPr>
          <p:nvPr/>
        </p:nvSpPr>
        <p:spPr>
          <a:xfrm xmlns:a="http://schemas.openxmlformats.org/drawingml/2006/main">
            <a:off x="5238619" y="2895613"/>
            <a:ext cx="1485863" cy="47346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lnSpc>
                <a:spcPts val="1864"/>
              </a:lnSpc>
              <a:buNone/>
            </a:pPr>
            <a:r>
              <a:rPr sz="1650" b="1">
                <a:solidFill>
                  <a:srgbClr val="162A2D"/>
                </a:solidFill>
                <a:latin typeface="Arial"/>
                <a:ea typeface="Arial"/>
                <a:cs typeface="Arial"/>
              </a:rPr>
              <a:t>Queries +</a:t>
            </a:r>
            <a:endParaRPr sz="1650"/>
          </a:p>
          <a:p xmlns:a="http://schemas.openxmlformats.org/drawingml/2006/main">
            <a:pPr marL="0" indent="0" algn="l">
              <a:lnSpc>
                <a:spcPts val="1864"/>
              </a:lnSpc>
              <a:buNone/>
            </a:pPr>
            <a:r>
              <a:rPr sz="1650" b="1">
                <a:solidFill>
                  <a:srgbClr val="162A2D"/>
                </a:solidFill>
                <a:latin typeface="Arial"/>
                <a:ea typeface="Arial"/>
                <a:cs typeface="Arial"/>
              </a:rPr>
              <a:t>explicit limits</a:t>
            </a:r>
            <a:endParaRPr sz="1650"/>
          </a:p>
        </p:txBody>
      </p:sp>
      <p:sp>
        <p:nvSpPr>
          <p:cNvPr id="13" name="Shape 25">
            <a:extLst xmlns:a="http://schemas.openxmlformats.org/drawingml/2006/main">
              <a:ext uri="{FF2B5EF4-FFF2-40B4-BE49-F238E27FC236}">
                <a16:creationId xmlns:a16="http://schemas.microsoft.com/office/drawing/2014/main" id="{2F9113AC-F541-4F47-AD06-05E94EDFBFF5}"/>
              </a:ext>
            </a:extLst>
          </p:cNvPr>
          <p:cNvSpPr>
            <a:spLocks xmlns:a="http://schemas.openxmlformats.org/drawingml/2006/main" noGrp="1"/>
          </p:cNvSpPr>
          <p:nvPr/>
        </p:nvSpPr>
        <p:spPr>
          <a:xfrm xmlns:a="http://schemas.openxmlformats.org/drawingml/2006/main">
            <a:off x="7188020" y="2362227"/>
            <a:ext cx="1930352" cy="1333467"/>
          </a:xfrm>
          <a:prstGeom xmlns:a="http://schemas.openxmlformats.org/drawingml/2006/main" prst="roundRect">
            <a:avLst>
              <a:gd name="adj" fmla="val 14286"/>
            </a:avLst>
          </a:prstGeom>
          <a:solidFill xmlns:a="http://schemas.openxmlformats.org/drawingml/2006/main">
            <a:srgbClr val="FFFFFF"/>
          </a:solidFill>
          <a:ln xmlns:a="http://schemas.openxmlformats.org/drawingml/2006/main" w="6350">
            <a:solidFill>
              <a:srgbClr val="C8D3D1"/>
            </a:solidFill>
            <a:prstDash val="solid"/>
          </a:ln>
        </p:spPr>
      </p:sp>
      <p:sp>
        <p:nvSpPr>
          <p:cNvPr id="14" name="TextBox 27">
            <a:extLst xmlns:a="http://schemas.openxmlformats.org/drawingml/2006/main">
              <a:ext uri="{FF2B5EF4-FFF2-40B4-BE49-F238E27FC236}">
                <a16:creationId xmlns:a16="http://schemas.microsoft.com/office/drawing/2014/main" id="{307F71A4-A0B1-4DFB-9E3E-CC4E02378BC3}"/>
              </a:ext>
            </a:extLst>
          </p:cNvPr>
          <p:cNvSpPr>
            <a:spLocks xmlns:a="http://schemas.openxmlformats.org/drawingml/2006/main" noGrp="1"/>
          </p:cNvSpPr>
          <p:nvPr/>
        </p:nvSpPr>
        <p:spPr>
          <a:xfrm xmlns:a="http://schemas.openxmlformats.org/drawingml/2006/main">
            <a:off x="7410265" y="2584471"/>
            <a:ext cx="1485863" cy="146046"/>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buNone/>
            </a:pPr>
            <a:r>
              <a:rPr sz="1000" b="1" spc="100">
                <a:solidFill>
                  <a:srgbClr val="00A99D"/>
                </a:solidFill>
                <a:latin typeface="Arial"/>
                <a:ea typeface="Arial"/>
                <a:cs typeface="Arial"/>
              </a:rPr>
              <a:t>RETRIEVE</a:t>
            </a:r>
            <a:endParaRPr sz="1000"/>
          </a:p>
        </p:txBody>
      </p:sp>
      <p:sp>
        <p:nvSpPr>
          <p:cNvPr id="15" name="TextBox 29">
            <a:extLst xmlns:a="http://schemas.openxmlformats.org/drawingml/2006/main">
              <a:ext uri="{FF2B5EF4-FFF2-40B4-BE49-F238E27FC236}">
                <a16:creationId xmlns:a16="http://schemas.microsoft.com/office/drawing/2014/main" id="{68EE9ECA-546B-4075-9990-9056F2CD800C}"/>
              </a:ext>
            </a:extLst>
          </p:cNvPr>
          <p:cNvSpPr>
            <a:spLocks xmlns:a="http://schemas.openxmlformats.org/drawingml/2006/main" noGrp="1"/>
          </p:cNvSpPr>
          <p:nvPr/>
        </p:nvSpPr>
        <p:spPr>
          <a:xfrm xmlns:a="http://schemas.openxmlformats.org/drawingml/2006/main">
            <a:off x="7410265" y="2895613"/>
            <a:ext cx="1485863" cy="71019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lnSpc>
                <a:spcPts val="1864"/>
              </a:lnSpc>
              <a:buNone/>
            </a:pPr>
            <a:r>
              <a:rPr sz="1650" b="1">
                <a:solidFill>
                  <a:srgbClr val="162A2D"/>
                </a:solidFill>
                <a:latin typeface="Arial"/>
                <a:ea typeface="Arial"/>
                <a:cs typeface="Arial"/>
              </a:rPr>
              <a:t>Safe URLs +</a:t>
            </a:r>
            <a:endParaRPr sz="1650"/>
          </a:p>
          <a:p xmlns:a="http://schemas.openxmlformats.org/drawingml/2006/main">
            <a:pPr marL="0" indent="0" algn="l">
              <a:lnSpc>
                <a:spcPts val="1864"/>
              </a:lnSpc>
              <a:buNone/>
            </a:pPr>
            <a:r>
              <a:rPr sz="1650" b="1">
                <a:solidFill>
                  <a:srgbClr val="162A2D"/>
                </a:solidFill>
                <a:latin typeface="Arial"/>
                <a:ea typeface="Arial"/>
                <a:cs typeface="Arial"/>
              </a:rPr>
              <a:t>bounded bytes</a:t>
            </a:r>
            <a:endParaRPr sz="1650"/>
          </a:p>
        </p:txBody>
      </p:sp>
      <p:sp>
        <p:nvSpPr>
          <p:cNvPr id="16" name="Shape 32">
            <a:extLst xmlns:a="http://schemas.openxmlformats.org/drawingml/2006/main">
              <a:ext uri="{FF2B5EF4-FFF2-40B4-BE49-F238E27FC236}">
                <a16:creationId xmlns:a16="http://schemas.microsoft.com/office/drawing/2014/main" id="{44ECB921-D522-4135-AAF7-D4F7F5A25C42}"/>
              </a:ext>
            </a:extLst>
          </p:cNvPr>
          <p:cNvSpPr>
            <a:spLocks xmlns:a="http://schemas.openxmlformats.org/drawingml/2006/main" noGrp="1"/>
          </p:cNvSpPr>
          <p:nvPr/>
        </p:nvSpPr>
        <p:spPr>
          <a:xfrm xmlns:a="http://schemas.openxmlformats.org/drawingml/2006/main">
            <a:off x="9359666" y="2362227"/>
            <a:ext cx="2247844" cy="1333467"/>
          </a:xfrm>
          <a:prstGeom xmlns:a="http://schemas.openxmlformats.org/drawingml/2006/main" prst="roundRect">
            <a:avLst>
              <a:gd name="adj" fmla="val 14286"/>
            </a:avLst>
          </a:prstGeom>
          <a:solidFill xmlns:a="http://schemas.openxmlformats.org/drawingml/2006/main">
            <a:srgbClr val="00A99D"/>
          </a:solidFill>
        </p:spPr>
      </p:sp>
      <p:sp>
        <p:nvSpPr>
          <p:cNvPr id="17" name="TextBox 34">
            <a:extLst xmlns:a="http://schemas.openxmlformats.org/drawingml/2006/main">
              <a:ext uri="{FF2B5EF4-FFF2-40B4-BE49-F238E27FC236}">
                <a16:creationId xmlns:a16="http://schemas.microsoft.com/office/drawing/2014/main" id="{E6B99742-6B19-4D8E-A62E-8EAF5FECA225}"/>
              </a:ext>
            </a:extLst>
          </p:cNvPr>
          <p:cNvSpPr>
            <a:spLocks xmlns:a="http://schemas.openxmlformats.org/drawingml/2006/main" noGrp="1"/>
          </p:cNvSpPr>
          <p:nvPr/>
        </p:nvSpPr>
        <p:spPr>
          <a:xfrm xmlns:a="http://schemas.openxmlformats.org/drawingml/2006/main">
            <a:off x="9575561" y="2578121"/>
            <a:ext cx="1816055" cy="146046"/>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buNone/>
            </a:pPr>
            <a:r>
              <a:rPr sz="1000" b="1" spc="100">
                <a:solidFill>
                  <a:srgbClr val="162A2D"/>
                </a:solidFill>
                <a:latin typeface="Arial"/>
                <a:ea typeface="Arial"/>
                <a:cs typeface="Arial"/>
              </a:rPr>
              <a:t>EVIDENCE</a:t>
            </a:r>
            <a:endParaRPr sz="1000"/>
          </a:p>
        </p:txBody>
      </p:sp>
      <p:sp>
        <p:nvSpPr>
          <p:cNvPr id="18" name="TextBox 36">
            <a:extLst xmlns:a="http://schemas.openxmlformats.org/drawingml/2006/main">
              <a:ext uri="{FF2B5EF4-FFF2-40B4-BE49-F238E27FC236}">
                <a16:creationId xmlns:a16="http://schemas.microsoft.com/office/drawing/2014/main" id="{A1BEF860-A27C-43D4-A8FD-00036AF71CBF}"/>
              </a:ext>
            </a:extLst>
          </p:cNvPr>
          <p:cNvSpPr>
            <a:spLocks xmlns:a="http://schemas.openxmlformats.org/drawingml/2006/main" noGrp="1"/>
          </p:cNvSpPr>
          <p:nvPr/>
        </p:nvSpPr>
        <p:spPr>
          <a:xfrm xmlns:a="http://schemas.openxmlformats.org/drawingml/2006/main">
            <a:off x="9575561" y="2889263"/>
            <a:ext cx="1816055" cy="47346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lnSpc>
                <a:spcPts val="1864"/>
              </a:lnSpc>
              <a:buNone/>
            </a:pPr>
            <a:r>
              <a:rPr sz="1650" b="1">
                <a:solidFill>
                  <a:srgbClr val="162A2D"/>
                </a:solidFill>
                <a:latin typeface="Arial"/>
                <a:ea typeface="Arial"/>
                <a:cs typeface="Arial"/>
              </a:rPr>
              <a:t>Passages +</a:t>
            </a:r>
            <a:endParaRPr sz="1650"/>
          </a:p>
          <a:p xmlns:a="http://schemas.openxmlformats.org/drawingml/2006/main">
            <a:pPr marL="0" indent="0" algn="l">
              <a:lnSpc>
                <a:spcPts val="1864"/>
              </a:lnSpc>
              <a:buNone/>
            </a:pPr>
            <a:r>
              <a:rPr sz="1650" b="1">
                <a:solidFill>
                  <a:srgbClr val="162A2D"/>
                </a:solidFill>
                <a:latin typeface="Arial"/>
                <a:ea typeface="Arial"/>
                <a:cs typeface="Arial"/>
              </a:rPr>
              <a:t>provenance IDs</a:t>
            </a:r>
            <a:endParaRPr sz="1650"/>
          </a:p>
        </p:txBody>
      </p:sp>
      <p:sp>
        <p:nvSpPr>
          <p:cNvPr id="19" name="Shape 39">
            <a:extLst xmlns:a="http://schemas.openxmlformats.org/drawingml/2006/main">
              <a:ext uri="{FF2B5EF4-FFF2-40B4-BE49-F238E27FC236}">
                <a16:creationId xmlns:a16="http://schemas.microsoft.com/office/drawing/2014/main" id="{E71F6866-83B7-4743-BA62-FD6C7073ED55}"/>
              </a:ext>
            </a:extLst>
          </p:cNvPr>
          <p:cNvSpPr>
            <a:spLocks xmlns:a="http://schemas.openxmlformats.org/drawingml/2006/main" noGrp="1"/>
          </p:cNvSpPr>
          <p:nvPr/>
        </p:nvSpPr>
        <p:spPr>
          <a:xfrm xmlns:a="http://schemas.openxmlformats.org/drawingml/2006/main">
            <a:off x="5016375" y="4089383"/>
            <a:ext cx="3047924" cy="1765256"/>
          </a:xfrm>
          <a:prstGeom xmlns:a="http://schemas.openxmlformats.org/drawingml/2006/main" prst="roundRect">
            <a:avLst>
              <a:gd name="adj" fmla="val 10791"/>
            </a:avLst>
          </a:prstGeom>
          <a:solidFill xmlns:a="http://schemas.openxmlformats.org/drawingml/2006/main">
            <a:srgbClr val="FFFFFF"/>
          </a:solidFill>
          <a:ln xmlns:a="http://schemas.openxmlformats.org/drawingml/2006/main" w="6350">
            <a:solidFill>
              <a:srgbClr val="C8D3D1"/>
            </a:solidFill>
            <a:prstDash val="solid"/>
          </a:ln>
        </p:spPr>
      </p:sp>
      <p:sp>
        <p:nvSpPr>
          <p:cNvPr id="20" name="TextBox 41">
            <a:extLst xmlns:a="http://schemas.openxmlformats.org/drawingml/2006/main">
              <a:ext uri="{FF2B5EF4-FFF2-40B4-BE49-F238E27FC236}">
                <a16:creationId xmlns:a16="http://schemas.microsoft.com/office/drawing/2014/main" id="{5968EBC2-978F-4AA2-AF3B-D7DADE0632B4}"/>
              </a:ext>
            </a:extLst>
          </p:cNvPr>
          <p:cNvSpPr>
            <a:spLocks xmlns:a="http://schemas.openxmlformats.org/drawingml/2006/main" noGrp="1"/>
          </p:cNvSpPr>
          <p:nvPr/>
        </p:nvSpPr>
        <p:spPr>
          <a:xfrm xmlns:a="http://schemas.openxmlformats.org/drawingml/2006/main">
            <a:off x="5264018" y="4337027"/>
            <a:ext cx="2552636" cy="146046"/>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buNone/>
            </a:pPr>
            <a:r>
              <a:rPr sz="1000" b="1" spc="100">
                <a:solidFill>
                  <a:srgbClr val="00A99D"/>
                </a:solidFill>
                <a:latin typeface="Arial"/>
                <a:ea typeface="Arial"/>
                <a:cs typeface="Arial"/>
              </a:rPr>
              <a:t>SYNTHESIZE</a:t>
            </a:r>
            <a:endParaRPr sz="1000"/>
          </a:p>
        </p:txBody>
      </p:sp>
      <p:sp>
        <p:nvSpPr>
          <p:cNvPr id="21" name="TextBox 43">
            <a:extLst xmlns:a="http://schemas.openxmlformats.org/drawingml/2006/main">
              <a:ext uri="{FF2B5EF4-FFF2-40B4-BE49-F238E27FC236}">
                <a16:creationId xmlns:a16="http://schemas.microsoft.com/office/drawing/2014/main" id="{89153AE8-E270-4596-B200-4C813F2C209C}"/>
              </a:ext>
            </a:extLst>
          </p:cNvPr>
          <p:cNvSpPr>
            <a:spLocks xmlns:a="http://schemas.openxmlformats.org/drawingml/2006/main" noGrp="1"/>
          </p:cNvSpPr>
          <p:nvPr/>
        </p:nvSpPr>
        <p:spPr>
          <a:xfrm xmlns:a="http://schemas.openxmlformats.org/drawingml/2006/main">
            <a:off x="5264018" y="4635470"/>
            <a:ext cx="2552636" cy="521084"/>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lnSpc>
                <a:spcPts val="2052"/>
              </a:lnSpc>
              <a:buNone/>
            </a:pPr>
            <a:r>
              <a:rPr sz="1800" b="1">
                <a:solidFill>
                  <a:srgbClr val="162A2D"/>
                </a:solidFill>
                <a:latin typeface="Arial"/>
                <a:ea typeface="Arial"/>
                <a:cs typeface="Arial"/>
              </a:rPr>
              <a:t>Draft may cite only</a:t>
            </a:r>
            <a:endParaRPr sz="1800"/>
          </a:p>
          <a:p xmlns:a="http://schemas.openxmlformats.org/drawingml/2006/main">
            <a:pPr marL="0" indent="0" algn="l">
              <a:lnSpc>
                <a:spcPts val="2052"/>
              </a:lnSpc>
              <a:buNone/>
            </a:pPr>
            <a:r>
              <a:rPr sz="1800" b="1">
                <a:solidFill>
                  <a:srgbClr val="162A2D"/>
                </a:solidFill>
                <a:latin typeface="Arial"/>
                <a:ea typeface="Arial"/>
                <a:cs typeface="Arial"/>
              </a:rPr>
              <a:t>registered evidence.</a:t>
            </a:r>
            <a:endParaRPr sz="1800"/>
          </a:p>
        </p:txBody>
      </p:sp>
      <p:sp>
        <p:nvSpPr>
          <p:cNvPr id="22" name="TextBox 45">
            <a:extLst xmlns:a="http://schemas.openxmlformats.org/drawingml/2006/main">
              <a:ext uri="{FF2B5EF4-FFF2-40B4-BE49-F238E27FC236}">
                <a16:creationId xmlns:a16="http://schemas.microsoft.com/office/drawing/2014/main" id="{DBF4DA59-0244-49D5-AD75-942F0D0B7660}"/>
              </a:ext>
            </a:extLst>
          </p:cNvPr>
          <p:cNvSpPr>
            <a:spLocks xmlns:a="http://schemas.openxmlformats.org/drawingml/2006/main" noGrp="1"/>
          </p:cNvSpPr>
          <p:nvPr/>
        </p:nvSpPr>
        <p:spPr>
          <a:xfrm xmlns:a="http://schemas.openxmlformats.org/drawingml/2006/main">
            <a:off x="5264018" y="5308950"/>
            <a:ext cx="2552636" cy="396865"/>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lnSpc>
                <a:spcPts val="1562"/>
              </a:lnSpc>
              <a:buNone/>
            </a:pPr>
            <a:r>
              <a:rPr sz="1250">
                <a:solidFill>
                  <a:srgbClr val="5E6D6C"/>
                </a:solidFill>
                <a:latin typeface="Arial"/>
                <a:ea typeface="Arial"/>
                <a:cs typeface="Arial"/>
              </a:rPr>
              <a:t>Prompt text cannot invent provenance.</a:t>
            </a:r>
            <a:endParaRPr sz="1250"/>
          </a:p>
        </p:txBody>
      </p:sp>
      <p:sp>
        <p:nvSpPr>
          <p:cNvPr id="23" name="Shape 48">
            <a:extLst xmlns:a="http://schemas.openxmlformats.org/drawingml/2006/main">
              <a:ext uri="{FF2B5EF4-FFF2-40B4-BE49-F238E27FC236}">
                <a16:creationId xmlns:a16="http://schemas.microsoft.com/office/drawing/2014/main" id="{E21D011D-DF01-4369-9FB2-2C1AB1C40079}"/>
              </a:ext>
            </a:extLst>
          </p:cNvPr>
          <p:cNvSpPr>
            <a:spLocks xmlns:a="http://schemas.openxmlformats.org/drawingml/2006/main" noGrp="1"/>
          </p:cNvSpPr>
          <p:nvPr/>
        </p:nvSpPr>
        <p:spPr>
          <a:xfrm xmlns:a="http://schemas.openxmlformats.org/drawingml/2006/main">
            <a:off x="8305592" y="4089383"/>
            <a:ext cx="3301917" cy="1765256"/>
          </a:xfrm>
          <a:prstGeom xmlns:a="http://schemas.openxmlformats.org/drawingml/2006/main" prst="roundRect">
            <a:avLst>
              <a:gd name="adj" fmla="val 10791"/>
            </a:avLst>
          </a:prstGeom>
          <a:noFill xmlns:a="http://schemas.openxmlformats.org/drawingml/2006/main"/>
          <a:ln xmlns:a="http://schemas.openxmlformats.org/drawingml/2006/main" w="19050">
            <a:solidFill>
              <a:srgbClr val="00A99D"/>
            </a:solidFill>
            <a:prstDash val="solid"/>
          </a:ln>
        </p:spPr>
      </p:sp>
      <p:sp>
        <p:nvSpPr>
          <p:cNvPr id="24" name="TextBox 50">
            <a:extLst xmlns:a="http://schemas.openxmlformats.org/drawingml/2006/main">
              <a:ext uri="{FF2B5EF4-FFF2-40B4-BE49-F238E27FC236}">
                <a16:creationId xmlns:a16="http://schemas.microsoft.com/office/drawing/2014/main" id="{24FE0E48-C8DC-4CC9-9C5C-EA93A4E01369}"/>
              </a:ext>
            </a:extLst>
          </p:cNvPr>
          <p:cNvSpPr>
            <a:spLocks xmlns:a="http://schemas.openxmlformats.org/drawingml/2006/main" noGrp="1"/>
          </p:cNvSpPr>
          <p:nvPr/>
        </p:nvSpPr>
        <p:spPr>
          <a:xfrm xmlns:a="http://schemas.openxmlformats.org/drawingml/2006/main">
            <a:off x="8565936" y="4349727"/>
            <a:ext cx="2781230" cy="146046"/>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buNone/>
            </a:pPr>
            <a:r>
              <a:rPr sz="1000" b="1" spc="100">
                <a:solidFill>
                  <a:srgbClr val="00A99D"/>
                </a:solidFill>
                <a:latin typeface="Arial"/>
                <a:ea typeface="Arial"/>
                <a:cs typeface="Arial"/>
              </a:rPr>
              <a:t>VALIDATE</a:t>
            </a:r>
            <a:endParaRPr sz="1000"/>
          </a:p>
        </p:txBody>
      </p:sp>
      <p:sp>
        <p:nvSpPr>
          <p:cNvPr id="25" name="TextBox 52">
            <a:extLst xmlns:a="http://schemas.openxmlformats.org/drawingml/2006/main">
              <a:ext uri="{FF2B5EF4-FFF2-40B4-BE49-F238E27FC236}">
                <a16:creationId xmlns:a16="http://schemas.microsoft.com/office/drawing/2014/main" id="{23F2D5E9-4BB4-460C-BB53-3BF93A1B1024}"/>
              </a:ext>
            </a:extLst>
          </p:cNvPr>
          <p:cNvSpPr>
            <a:spLocks xmlns:a="http://schemas.openxmlformats.org/drawingml/2006/main" noGrp="1"/>
          </p:cNvSpPr>
          <p:nvPr/>
        </p:nvSpPr>
        <p:spPr>
          <a:xfrm xmlns:a="http://schemas.openxmlformats.org/drawingml/2006/main">
            <a:off x="8565936" y="4635470"/>
            <a:ext cx="2781230" cy="521084"/>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lnSpc>
                <a:spcPts val="2052"/>
              </a:lnSpc>
              <a:buNone/>
            </a:pPr>
            <a:r>
              <a:rPr sz="1800" b="1">
                <a:solidFill>
                  <a:srgbClr val="162A2D"/>
                </a:solidFill>
                <a:latin typeface="Arial"/>
                <a:ea typeface="Arial"/>
                <a:cs typeface="Arial"/>
              </a:rPr>
              <a:t>Supported answer</a:t>
            </a:r>
            <a:endParaRPr sz="1800"/>
          </a:p>
          <a:p xmlns:a="http://schemas.openxmlformats.org/drawingml/2006/main">
            <a:pPr marL="0" indent="0" algn="l">
              <a:lnSpc>
                <a:spcPts val="2052"/>
              </a:lnSpc>
              <a:buNone/>
            </a:pPr>
            <a:r>
              <a:rPr sz="1800" b="1">
                <a:solidFill>
                  <a:srgbClr val="162A2D"/>
                </a:solidFill>
                <a:latin typeface="Arial"/>
                <a:ea typeface="Arial"/>
                <a:cs typeface="Arial"/>
              </a:rPr>
              <a:t>or explicit abstention.</a:t>
            </a:r>
            <a:endParaRPr sz="1800"/>
          </a:p>
        </p:txBody>
      </p:sp>
      <p:sp>
        <p:nvSpPr>
          <p:cNvPr id="26" name="TextBox 54">
            <a:extLst xmlns:a="http://schemas.openxmlformats.org/drawingml/2006/main">
              <a:ext uri="{FF2B5EF4-FFF2-40B4-BE49-F238E27FC236}">
                <a16:creationId xmlns:a16="http://schemas.microsoft.com/office/drawing/2014/main" id="{F4DB2C20-053A-4904-8E45-5A9D33E80FD4}"/>
              </a:ext>
            </a:extLst>
          </p:cNvPr>
          <p:cNvSpPr>
            <a:spLocks xmlns:a="http://schemas.openxmlformats.org/drawingml/2006/main" noGrp="1"/>
          </p:cNvSpPr>
          <p:nvPr/>
        </p:nvSpPr>
        <p:spPr>
          <a:xfrm xmlns:a="http://schemas.openxmlformats.org/drawingml/2006/main">
            <a:off x="8565936" y="5308950"/>
            <a:ext cx="2781230" cy="396865"/>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lnSpc>
                <a:spcPts val="1562"/>
              </a:lnSpc>
              <a:buNone/>
            </a:pPr>
            <a:r>
              <a:rPr sz="1250">
                <a:solidFill>
                  <a:srgbClr val="5E6D6C"/>
                </a:solidFill>
                <a:latin typeface="Arial"/>
                <a:ea typeface="Arial"/>
                <a:cs typeface="Arial"/>
              </a:rPr>
              <a:t>Confidence never overrides missing support.</a:t>
            </a:r>
            <a:endParaRPr sz="1250"/>
          </a:p>
        </p:txBody>
      </p:sp>
      <p:sp>
        <p:nvSpPr>
          <p:cNvPr id="27" name="TextBox 58">
            <a:extLst xmlns:a="http://schemas.openxmlformats.org/drawingml/2006/main">
              <a:ext uri="{FF2B5EF4-FFF2-40B4-BE49-F238E27FC236}">
                <a16:creationId xmlns:a16="http://schemas.microsoft.com/office/drawing/2014/main" id="{B748AC82-D52F-41E6-BD6C-21BF20874B44}"/>
              </a:ext>
            </a:extLst>
          </p:cNvPr>
          <p:cNvSpPr>
            <a:spLocks xmlns:a="http://schemas.openxmlformats.org/drawingml/2006/main" noGrp="1"/>
          </p:cNvSpPr>
          <p:nvPr/>
        </p:nvSpPr>
        <p:spPr>
          <a:xfrm xmlns:a="http://schemas.openxmlformats.org/drawingml/2006/main">
            <a:off x="584185" y="6324528"/>
            <a:ext cx="7746806" cy="215895"/>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buNone/>
            </a:pPr>
            <a:r>
              <a:rPr sz="1200">
                <a:solidFill>
                  <a:srgbClr val="5E6D6C"/>
                </a:solidFill>
                <a:latin typeface="Arial"/>
                <a:ea typeface="Arial"/>
                <a:cs typeface="Arial"/>
              </a:rPr>
              <a:t>Engineering principle: deterministic code owns truth boundaries.</a:t>
            </a:r>
            <a:endParaRPr sz="1200"/>
          </a:p>
        </p:txBody>
      </p:sp>
      <p:sp>
        <p:nvSpPr>
          <p:cNvPr id="28" name="TextBox 60">
            <a:extLst xmlns:a="http://schemas.openxmlformats.org/drawingml/2006/main">
              <a:ext uri="{FF2B5EF4-FFF2-40B4-BE49-F238E27FC236}">
                <a16:creationId xmlns:a16="http://schemas.microsoft.com/office/drawing/2014/main" id="{2F288264-7E46-4049-A757-2CD52B93991B}"/>
              </a:ext>
            </a:extLst>
          </p:cNvPr>
          <p:cNvSpPr>
            <a:spLocks xmlns:a="http://schemas.openxmlformats.org/drawingml/2006/main" noGrp="1"/>
          </p:cNvSpPr>
          <p:nvPr/>
        </p:nvSpPr>
        <p:spPr>
          <a:xfrm xmlns:a="http://schemas.openxmlformats.org/drawingml/2006/main">
            <a:off x="11099523" y="6311828"/>
            <a:ext cx="507987" cy="253994"/>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r">
              <a:buNone/>
            </a:pPr>
            <a:r>
              <a:rPr sz="1200">
                <a:solidFill>
                  <a:srgbClr val="00A99D"/>
                </a:solidFill>
                <a:latin typeface="Arial"/>
                <a:ea typeface="Arial"/>
                <a:cs typeface="Arial"/>
              </a:rPr>
              <a:t>04</a:t>
            </a:r>
            <a:endParaRPr sz="1200"/>
          </a:p>
        </p:txBody>
      </p:sp>
    </p:spTree>
    <p:extLst>
      <p:ext uri="{BB962C8B-B14F-4D97-AF65-F5344CB8AC3E}">
        <p14:creationId xmlns:p14="http://schemas.microsoft.com/office/powerpoint/2010/main" val="715798515"/>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sp>
        <p:nvSpPr>
          <p:cNvPr id="2" name="Shape 1">
            <a:extLst xmlns:a="http://schemas.openxmlformats.org/drawingml/2006/main">
              <a:ext uri="{FF2B5EF4-FFF2-40B4-BE49-F238E27FC236}">
                <a16:creationId xmlns:a16="http://schemas.microsoft.com/office/drawing/2014/main" id="{4B3DF03E-9AD1-45E6-BDBE-585D70570ADB}"/>
              </a:ext>
            </a:extLst>
          </p:cNvPr>
          <p:cNvSpPr>
            <a:spLocks xmlns:a="http://schemas.openxmlformats.org/drawingml/2006/main" noGrp="1"/>
          </p:cNvSpPr>
          <p:nvPr/>
        </p:nvSpPr>
        <p:spPr>
          <a:xfrm xmlns:a="http://schemas.openxmlformats.org/drawingml/2006/main">
            <a:off x="0" y="86"/>
            <a:ext cx="12191695" cy="6857829"/>
          </a:xfrm>
          <a:prstGeom xmlns:a="http://schemas.openxmlformats.org/drawingml/2006/main" prst="rect">
            <a:avLst/>
          </a:prstGeom>
          <a:solidFill xmlns:a="http://schemas.openxmlformats.org/drawingml/2006/main">
            <a:srgbClr val="162A2D"/>
          </a:solidFill>
        </p:spPr>
      </p:sp>
      <p:sp>
        <p:nvSpPr>
          <p:cNvPr id="3" name="TextBox 3">
            <a:extLst xmlns:a="http://schemas.openxmlformats.org/drawingml/2006/main">
              <a:ext uri="{FF2B5EF4-FFF2-40B4-BE49-F238E27FC236}">
                <a16:creationId xmlns:a16="http://schemas.microsoft.com/office/drawing/2014/main" id="{805B8193-0E81-4D63-A880-8FA6A94B0072}"/>
              </a:ext>
            </a:extLst>
          </p:cNvPr>
          <p:cNvSpPr>
            <a:spLocks xmlns:a="http://schemas.openxmlformats.org/drawingml/2006/main" noGrp="1"/>
          </p:cNvSpPr>
          <p:nvPr/>
        </p:nvSpPr>
        <p:spPr>
          <a:xfrm xmlns:a="http://schemas.openxmlformats.org/drawingml/2006/main">
            <a:off x="584185" y="457274"/>
            <a:ext cx="2730432" cy="215895"/>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buNone/>
            </a:pPr>
            <a:r>
              <a:rPr sz="1000" b="1" spc="200">
                <a:solidFill>
                  <a:srgbClr val="00A99D"/>
                </a:solidFill>
                <a:latin typeface="Arial"/>
                <a:ea typeface="Arial"/>
                <a:cs typeface="Arial"/>
              </a:rPr>
              <a:t>TASK 01 · FAILURE BEHAVIOR</a:t>
            </a:r>
            <a:endParaRPr sz="1000"/>
          </a:p>
        </p:txBody>
      </p:sp>
      <p:sp>
        <p:nvSpPr>
          <p:cNvPr id="4" name="TextBox 5">
            <a:extLst xmlns:a="http://schemas.openxmlformats.org/drawingml/2006/main">
              <a:ext uri="{FF2B5EF4-FFF2-40B4-BE49-F238E27FC236}">
                <a16:creationId xmlns:a16="http://schemas.microsoft.com/office/drawing/2014/main" id="{A1EF42C4-2DA8-4E4E-93BB-23BF3B1AF0B1}"/>
              </a:ext>
            </a:extLst>
          </p:cNvPr>
          <p:cNvSpPr>
            <a:spLocks xmlns:a="http://schemas.openxmlformats.org/drawingml/2006/main" noGrp="1"/>
          </p:cNvSpPr>
          <p:nvPr/>
        </p:nvSpPr>
        <p:spPr>
          <a:xfrm xmlns:a="http://schemas.openxmlformats.org/drawingml/2006/main">
            <a:off x="584185" y="800166"/>
            <a:ext cx="8889778" cy="1142971"/>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lnSpc>
                <a:spcPts val="3672"/>
              </a:lnSpc>
              <a:buNone/>
            </a:pPr>
            <a:r>
              <a:rPr sz="3400" spc="-150">
                <a:solidFill>
                  <a:srgbClr val="FFFFFF"/>
                </a:solidFill>
                <a:latin typeface="Arial"/>
                <a:ea typeface="Arial"/>
                <a:cs typeface="Arial"/>
              </a:rPr>
              <a:t>When confidence drops,</a:t>
            </a:r>
            <a:endParaRPr sz="3400"/>
          </a:p>
          <a:p xmlns:a="http://schemas.openxmlformats.org/drawingml/2006/main">
            <a:pPr marL="0" indent="0" algn="l">
              <a:lnSpc>
                <a:spcPts val="3672"/>
              </a:lnSpc>
              <a:buNone/>
            </a:pPr>
            <a:r>
              <a:rPr sz="3400" spc="-150">
                <a:solidFill>
                  <a:srgbClr val="FFFFFF"/>
                </a:solidFill>
                <a:latin typeface="Arial"/>
                <a:ea typeface="Arial"/>
                <a:cs typeface="Arial"/>
              </a:rPr>
              <a:t>the blast radius shrinks</a:t>
            </a:r>
            <a:endParaRPr sz="3400"/>
          </a:p>
        </p:txBody>
      </p:sp>
      <p:sp>
        <p:nvSpPr>
          <p:cNvPr id="5" name="Shape 7">
            <a:extLst xmlns:a="http://schemas.openxmlformats.org/drawingml/2006/main">
              <a:ext uri="{FF2B5EF4-FFF2-40B4-BE49-F238E27FC236}">
                <a16:creationId xmlns:a16="http://schemas.microsoft.com/office/drawing/2014/main" id="{7399AF9C-B322-4573-B4DB-180CCC02007E}"/>
              </a:ext>
            </a:extLst>
          </p:cNvPr>
          <p:cNvSpPr>
            <a:spLocks xmlns:a="http://schemas.openxmlformats.org/drawingml/2006/main" noGrp="1"/>
          </p:cNvSpPr>
          <p:nvPr/>
        </p:nvSpPr>
        <p:spPr>
          <a:xfrm xmlns:a="http://schemas.openxmlformats.org/drawingml/2006/main">
            <a:off x="4381390" y="2235230"/>
            <a:ext cx="3428914" cy="3428914"/>
          </a:xfrm>
          <a:prstGeom xmlns:a="http://schemas.openxmlformats.org/drawingml/2006/main" prst="ellipse">
            <a:avLst/>
          </a:prstGeom>
          <a:noFill xmlns:a="http://schemas.openxmlformats.org/drawingml/2006/main"/>
          <a:ln xmlns:a="http://schemas.openxmlformats.org/drawingml/2006/main" w="12700">
            <a:solidFill>
              <a:srgbClr val="FFFFFF">
                <a:alpha val="26000"/>
              </a:srgbClr>
            </a:solidFill>
            <a:prstDash val="solid"/>
          </a:ln>
        </p:spPr>
      </p:sp>
      <p:sp>
        <p:nvSpPr>
          <p:cNvPr id="6" name="Shape 9">
            <a:extLst xmlns:a="http://schemas.openxmlformats.org/drawingml/2006/main">
              <a:ext uri="{FF2B5EF4-FFF2-40B4-BE49-F238E27FC236}">
                <a16:creationId xmlns:a16="http://schemas.microsoft.com/office/drawing/2014/main" id="{62F17587-21D2-400F-9D65-1B80BEAA1AFB}"/>
              </a:ext>
            </a:extLst>
          </p:cNvPr>
          <p:cNvSpPr>
            <a:spLocks xmlns:a="http://schemas.openxmlformats.org/drawingml/2006/main" noGrp="1"/>
          </p:cNvSpPr>
          <p:nvPr/>
        </p:nvSpPr>
        <p:spPr>
          <a:xfrm xmlns:a="http://schemas.openxmlformats.org/drawingml/2006/main">
            <a:off x="4870328" y="2724168"/>
            <a:ext cx="2451039" cy="2451039"/>
          </a:xfrm>
          <a:prstGeom xmlns:a="http://schemas.openxmlformats.org/drawingml/2006/main" prst="ellipse">
            <a:avLst/>
          </a:prstGeom>
          <a:noFill xmlns:a="http://schemas.openxmlformats.org/drawingml/2006/main"/>
          <a:ln xmlns:a="http://schemas.openxmlformats.org/drawingml/2006/main" w="12700">
            <a:solidFill>
              <a:srgbClr val="00A99D"/>
            </a:solidFill>
            <a:prstDash val="solid"/>
          </a:ln>
        </p:spPr>
      </p:sp>
      <p:sp>
        <p:nvSpPr>
          <p:cNvPr id="7" name="Shape 11">
            <a:extLst xmlns:a="http://schemas.openxmlformats.org/drawingml/2006/main">
              <a:ext uri="{FF2B5EF4-FFF2-40B4-BE49-F238E27FC236}">
                <a16:creationId xmlns:a16="http://schemas.microsoft.com/office/drawing/2014/main" id="{E787BFEE-7F7D-44F2-B570-2A96CB04D682}"/>
              </a:ext>
            </a:extLst>
          </p:cNvPr>
          <p:cNvSpPr>
            <a:spLocks xmlns:a="http://schemas.openxmlformats.org/drawingml/2006/main" noGrp="1"/>
          </p:cNvSpPr>
          <p:nvPr/>
        </p:nvSpPr>
        <p:spPr>
          <a:xfrm xmlns:a="http://schemas.openxmlformats.org/drawingml/2006/main">
            <a:off x="5206870" y="3060709"/>
            <a:ext cx="1777956" cy="1777956"/>
          </a:xfrm>
          <a:prstGeom xmlns:a="http://schemas.openxmlformats.org/drawingml/2006/main" prst="ellipse">
            <a:avLst/>
          </a:prstGeom>
          <a:solidFill xmlns:a="http://schemas.openxmlformats.org/drawingml/2006/main">
            <a:srgbClr val="00A99D"/>
          </a:solidFill>
        </p:spPr>
      </p:sp>
      <p:sp>
        <p:nvSpPr>
          <p:cNvPr id="8" name="TextBox 12">
            <a:extLst xmlns:a="http://schemas.openxmlformats.org/drawingml/2006/main">
              <a:ext uri="{FF2B5EF4-FFF2-40B4-BE49-F238E27FC236}">
                <a16:creationId xmlns:a16="http://schemas.microsoft.com/office/drawing/2014/main" id="{7B5C2314-C9FD-47A0-A06C-7AB92C33A998}"/>
              </a:ext>
            </a:extLst>
          </p:cNvPr>
          <p:cNvSpPr>
            <a:spLocks xmlns:a="http://schemas.openxmlformats.org/drawingml/2006/main" noGrp="1"/>
          </p:cNvSpPr>
          <p:nvPr/>
        </p:nvSpPr>
        <p:spPr>
          <a:xfrm xmlns:a="http://schemas.openxmlformats.org/drawingml/2006/main">
            <a:off x="5793139" y="3645688"/>
            <a:ext cx="605318" cy="311142"/>
          </a:xfrm>
          <a:prstGeom xmlns:a="http://schemas.openxmlformats.org/drawingml/2006/main" prst="rect">
            <a:avLst/>
          </a:prstGeom>
          <a:noFill xmlns:a="http://schemas.openxmlformats.org/drawingml/2006/main"/>
        </p:spPr>
        <p:txBody>
          <a:bodyPr xmlns:a="http://schemas.openxmlformats.org/drawingml/2006/main" wrap="square" lIns="0" tIns="0" rIns="0" bIns="0" anchor="ctr">
            <a:spAutoFit/>
          </a:bodyPr>
          <a:lstStyle xmlns:a="http://schemas.openxmlformats.org/drawingml/2006/main"/>
          <a:p xmlns:a="http://schemas.openxmlformats.org/drawingml/2006/main">
            <a:pPr marL="0" indent="0">
              <a:lnSpc>
                <a:spcPts val="2244"/>
              </a:lnSpc>
              <a:buNone/>
            </a:pPr>
            <a:r>
              <a:rPr sz="2200" b="1">
                <a:solidFill>
                  <a:srgbClr val="162A2D"/>
                </a:solidFill>
                <a:highlight>
                  <a:srgbClr val="00A99D"/>
                </a:highlight>
                <a:latin typeface="Arial"/>
                <a:ea typeface="Arial"/>
                <a:cs typeface="Arial"/>
              </a:rPr>
              <a:t>FAIL</a:t>
            </a:r>
            <a:endParaRPr sz="2200"/>
          </a:p>
        </p:txBody>
      </p:sp>
      <p:sp>
        <p:nvSpPr>
          <p:cNvPr id="9" name="TextBox 14">
            <a:extLst xmlns:a="http://schemas.openxmlformats.org/drawingml/2006/main">
              <a:ext uri="{FF2B5EF4-FFF2-40B4-BE49-F238E27FC236}">
                <a16:creationId xmlns:a16="http://schemas.microsoft.com/office/drawing/2014/main" id="{8A490ACD-6DCD-4C3B-AFEB-CEE3FD466716}"/>
              </a:ext>
            </a:extLst>
          </p:cNvPr>
          <p:cNvSpPr>
            <a:spLocks xmlns:a="http://schemas.openxmlformats.org/drawingml/2006/main" noGrp="1"/>
          </p:cNvSpPr>
          <p:nvPr/>
        </p:nvSpPr>
        <p:spPr>
          <a:xfrm xmlns:a="http://schemas.openxmlformats.org/drawingml/2006/main">
            <a:off x="5513647" y="3930637"/>
            <a:ext cx="1164303" cy="311142"/>
          </a:xfrm>
          <a:prstGeom xmlns:a="http://schemas.openxmlformats.org/drawingml/2006/main" prst="rect">
            <a:avLst/>
          </a:prstGeom>
          <a:noFill xmlns:a="http://schemas.openxmlformats.org/drawingml/2006/main"/>
        </p:spPr>
        <p:txBody>
          <a:bodyPr xmlns:a="http://schemas.openxmlformats.org/drawingml/2006/main" wrap="square" lIns="0" tIns="0" rIns="0" bIns="0" anchor="ctr">
            <a:spAutoFit/>
          </a:bodyPr>
          <a:lstStyle xmlns:a="http://schemas.openxmlformats.org/drawingml/2006/main"/>
          <a:p xmlns:a="http://schemas.openxmlformats.org/drawingml/2006/main">
            <a:pPr marL="0" indent="0">
              <a:lnSpc>
                <a:spcPts val="2244"/>
              </a:lnSpc>
              <a:buNone/>
            </a:pPr>
            <a:r>
              <a:rPr sz="2200" b="1">
                <a:solidFill>
                  <a:srgbClr val="162A2D"/>
                </a:solidFill>
                <a:highlight>
                  <a:srgbClr val="00A99D"/>
                </a:highlight>
                <a:latin typeface="Arial"/>
                <a:ea typeface="Arial"/>
                <a:cs typeface="Arial"/>
              </a:rPr>
              <a:t>CLOSED</a:t>
            </a:r>
            <a:endParaRPr sz="2200"/>
          </a:p>
        </p:txBody>
      </p:sp>
      <p:sp>
        <p:nvSpPr>
          <p:cNvPr id="10" name="Shape 18">
            <a:extLst xmlns:a="http://schemas.openxmlformats.org/drawingml/2006/main">
              <a:ext uri="{FF2B5EF4-FFF2-40B4-BE49-F238E27FC236}">
                <a16:creationId xmlns:a16="http://schemas.microsoft.com/office/drawing/2014/main" id="{945EDEC1-F5CB-4954-AD1D-FDB4C45D4A3F}"/>
              </a:ext>
            </a:extLst>
          </p:cNvPr>
          <p:cNvSpPr>
            <a:spLocks xmlns:a="http://schemas.openxmlformats.org/drawingml/2006/main" noGrp="1"/>
          </p:cNvSpPr>
          <p:nvPr/>
        </p:nvSpPr>
        <p:spPr>
          <a:xfrm xmlns:a="http://schemas.openxmlformats.org/drawingml/2006/main">
            <a:off x="698483" y="2387626"/>
            <a:ext cx="2285943" cy="1142971"/>
          </a:xfrm>
          <a:prstGeom xmlns:a="http://schemas.openxmlformats.org/drawingml/2006/main" prst="rect">
            <a:avLst/>
          </a:prstGeom>
          <a:noFill xmlns:a="http://schemas.openxmlformats.org/drawingml/2006/main"/>
        </p:spPr>
      </p:sp>
      <p:pic>
        <p:nvPicPr>
          <p:cNvPr id="44" name="Picture 18"/>
          <p:cNvPicPr>
            <a:picLocks xmlns:a="http://schemas.openxmlformats.org/drawingml/2006/main" noChangeAspect="1"/>
          </p:cNvPicPr>
          <p:nvPr/>
        </p:nvPicPr>
        <p:blipFill>
          <a:blip xmlns:r="http://schemas.openxmlformats.org/officeDocument/2006/relationships" xmlns:a="http://schemas.openxmlformats.org/drawingml/2006/main" r:embed="Rae31f841405943bd">
            <a:extLst>
              <a:ext uri="{96DAC541-7B7A-43D3-8B79-37D633B846F1}">
                <asvg:svgBlip xmlns:asvg="http://schemas.microsoft.com/office/drawing/2016/SVG/main" r:embed="R46f78b68fc8b4b8c"/>
              </a:ext>
            </a:extLst>
          </a:blip>
          <a:stretch xmlns:a="http://schemas.openxmlformats.org/drawingml/2006/main">
            <a:fillRect l="0" t="0" r="0" b="0"/>
          </a:stretch>
        </p:blipFill>
        <p:spPr>
          <a:xfrm xmlns:a="http://schemas.openxmlformats.org/drawingml/2006/main">
            <a:off x="698483" y="2387626"/>
            <a:ext cx="2285943" cy="1142971"/>
          </a:xfrm>
          <a:prstGeom xmlns:a="http://schemas.openxmlformats.org/drawingml/2006/main" prst="rect">
            <a:avLst/>
          </a:prstGeom>
        </p:spPr>
      </p:pic>
      <p:sp>
        <p:nvSpPr>
          <p:cNvPr id="12" name="TextBox 20">
            <a:extLst xmlns:a="http://schemas.openxmlformats.org/drawingml/2006/main">
              <a:ext uri="{FF2B5EF4-FFF2-40B4-BE49-F238E27FC236}">
                <a16:creationId xmlns:a16="http://schemas.microsoft.com/office/drawing/2014/main" id="{0E8F5D1D-AADF-4D5E-B096-9C39D8152C52}"/>
              </a:ext>
            </a:extLst>
          </p:cNvPr>
          <p:cNvSpPr>
            <a:spLocks xmlns:a="http://schemas.openxmlformats.org/drawingml/2006/main" noGrp="1"/>
          </p:cNvSpPr>
          <p:nvPr/>
        </p:nvSpPr>
        <p:spPr>
          <a:xfrm xmlns:a="http://schemas.openxmlformats.org/drawingml/2006/main">
            <a:off x="698483" y="2520973"/>
            <a:ext cx="2285943" cy="546086"/>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lnSpc>
                <a:spcPts val="4300"/>
              </a:lnSpc>
              <a:buNone/>
            </a:pPr>
            <a:r>
              <a:rPr sz="4300" b="1">
                <a:solidFill>
                  <a:srgbClr val="00A99D"/>
                </a:solidFill>
                <a:latin typeface="Arial"/>
                <a:ea typeface="Arial"/>
                <a:cs typeface="Arial"/>
              </a:rPr>
              <a:t>60 s</a:t>
            </a:r>
            <a:endParaRPr sz="4300"/>
          </a:p>
        </p:txBody>
      </p:sp>
      <p:sp>
        <p:nvSpPr>
          <p:cNvPr id="13" name="TextBox 22">
            <a:extLst xmlns:a="http://schemas.openxmlformats.org/drawingml/2006/main">
              <a:ext uri="{FF2B5EF4-FFF2-40B4-BE49-F238E27FC236}">
                <a16:creationId xmlns:a16="http://schemas.microsoft.com/office/drawing/2014/main" id="{D629AB95-6049-4DE3-BC2F-FBAEB346D24D}"/>
              </a:ext>
            </a:extLst>
          </p:cNvPr>
          <p:cNvSpPr>
            <a:spLocks xmlns:a="http://schemas.openxmlformats.org/drawingml/2006/main" noGrp="1"/>
          </p:cNvSpPr>
          <p:nvPr/>
        </p:nvSpPr>
        <p:spPr>
          <a:xfrm xmlns:a="http://schemas.openxmlformats.org/drawingml/2006/main">
            <a:off x="698483" y="3143257"/>
            <a:ext cx="2285943" cy="205675"/>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lnSpc>
                <a:spcPts val="1620"/>
              </a:lnSpc>
              <a:buNone/>
            </a:pPr>
            <a:r>
              <a:rPr sz="1350">
                <a:solidFill>
                  <a:srgbClr val="F4F1EA"/>
                </a:solidFill>
                <a:latin typeface="Arial"/>
                <a:ea typeface="Arial"/>
                <a:cs typeface="Arial"/>
              </a:rPr>
              <a:t>wall-clock ceiling</a:t>
            </a:r>
            <a:endParaRPr sz="1350"/>
          </a:p>
        </p:txBody>
      </p:sp>
      <p:sp>
        <p:nvSpPr>
          <p:cNvPr id="14" name="Shape 25">
            <a:extLst xmlns:a="http://schemas.openxmlformats.org/drawingml/2006/main">
              <a:ext uri="{FF2B5EF4-FFF2-40B4-BE49-F238E27FC236}">
                <a16:creationId xmlns:a16="http://schemas.microsoft.com/office/drawing/2014/main" id="{607634BE-1B9E-4F13-96AE-3602E371F916}"/>
              </a:ext>
            </a:extLst>
          </p:cNvPr>
          <p:cNvSpPr>
            <a:spLocks xmlns:a="http://schemas.openxmlformats.org/drawingml/2006/main" noGrp="1"/>
          </p:cNvSpPr>
          <p:nvPr/>
        </p:nvSpPr>
        <p:spPr>
          <a:xfrm xmlns:a="http://schemas.openxmlformats.org/drawingml/2006/main">
            <a:off x="1587460" y="5054559"/>
            <a:ext cx="2285943" cy="1142971"/>
          </a:xfrm>
          <a:prstGeom xmlns:a="http://schemas.openxmlformats.org/drawingml/2006/main" prst="rect">
            <a:avLst/>
          </a:prstGeom>
          <a:noFill xmlns:a="http://schemas.openxmlformats.org/drawingml/2006/main"/>
        </p:spPr>
      </p:sp>
      <p:pic>
        <p:nvPicPr>
          <p:cNvPr id="48" name="Picture 25"/>
          <p:cNvPicPr>
            <a:picLocks xmlns:a="http://schemas.openxmlformats.org/drawingml/2006/main" noChangeAspect="1"/>
          </p:cNvPicPr>
          <p:nvPr/>
        </p:nvPicPr>
        <p:blipFill>
          <a:blip xmlns:r="http://schemas.openxmlformats.org/officeDocument/2006/relationships" xmlns:a="http://schemas.openxmlformats.org/drawingml/2006/main" r:embed="Ra228e4e6dc01470c">
            <a:extLst>
              <a:ext uri="{96DAC541-7B7A-43D3-8B79-37D633B846F1}">
                <asvg:svgBlip xmlns:asvg="http://schemas.microsoft.com/office/drawing/2016/SVG/main" r:embed="R149d2f3b0a924112"/>
              </a:ext>
            </a:extLst>
          </a:blip>
          <a:stretch xmlns:a="http://schemas.openxmlformats.org/drawingml/2006/main">
            <a:fillRect l="0" t="0" r="0" b="0"/>
          </a:stretch>
        </p:blipFill>
        <p:spPr>
          <a:xfrm xmlns:a="http://schemas.openxmlformats.org/drawingml/2006/main">
            <a:off x="1587460" y="5054559"/>
            <a:ext cx="2285943" cy="1142971"/>
          </a:xfrm>
          <a:prstGeom xmlns:a="http://schemas.openxmlformats.org/drawingml/2006/main" prst="rect">
            <a:avLst/>
          </a:prstGeom>
        </p:spPr>
      </p:pic>
      <p:sp>
        <p:nvSpPr>
          <p:cNvPr id="16" name="TextBox 27">
            <a:extLst xmlns:a="http://schemas.openxmlformats.org/drawingml/2006/main">
              <a:ext uri="{FF2B5EF4-FFF2-40B4-BE49-F238E27FC236}">
                <a16:creationId xmlns:a16="http://schemas.microsoft.com/office/drawing/2014/main" id="{B3276ABA-C278-44C4-9A03-6BE4F6345799}"/>
              </a:ext>
            </a:extLst>
          </p:cNvPr>
          <p:cNvSpPr>
            <a:spLocks xmlns:a="http://schemas.openxmlformats.org/drawingml/2006/main" noGrp="1"/>
          </p:cNvSpPr>
          <p:nvPr/>
        </p:nvSpPr>
        <p:spPr>
          <a:xfrm xmlns:a="http://schemas.openxmlformats.org/drawingml/2006/main">
            <a:off x="1587460" y="5187906"/>
            <a:ext cx="2285943" cy="546086"/>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lnSpc>
                <a:spcPts val="4300"/>
              </a:lnSpc>
              <a:buNone/>
            </a:pPr>
            <a:r>
              <a:rPr sz="4300" b="1">
                <a:solidFill>
                  <a:srgbClr val="00A99D"/>
                </a:solidFill>
                <a:latin typeface="Arial"/>
                <a:ea typeface="Arial"/>
                <a:cs typeface="Arial"/>
              </a:rPr>
              <a:t>8</a:t>
            </a:r>
            <a:endParaRPr sz="4300"/>
          </a:p>
        </p:txBody>
      </p:sp>
      <p:sp>
        <p:nvSpPr>
          <p:cNvPr id="17" name="TextBox 29">
            <a:extLst xmlns:a="http://schemas.openxmlformats.org/drawingml/2006/main">
              <a:ext uri="{FF2B5EF4-FFF2-40B4-BE49-F238E27FC236}">
                <a16:creationId xmlns:a16="http://schemas.microsoft.com/office/drawing/2014/main" id="{590C5D65-33D9-44F2-89AF-898DFCE03533}"/>
              </a:ext>
            </a:extLst>
          </p:cNvPr>
          <p:cNvSpPr>
            <a:spLocks xmlns:a="http://schemas.openxmlformats.org/drawingml/2006/main" noGrp="1"/>
          </p:cNvSpPr>
          <p:nvPr/>
        </p:nvSpPr>
        <p:spPr>
          <a:xfrm xmlns:a="http://schemas.openxmlformats.org/drawingml/2006/main">
            <a:off x="1587460" y="5810190"/>
            <a:ext cx="2285943" cy="205675"/>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lnSpc>
                <a:spcPts val="1620"/>
              </a:lnSpc>
              <a:buNone/>
            </a:pPr>
            <a:r>
              <a:rPr sz="1350">
                <a:solidFill>
                  <a:srgbClr val="F4F1EA"/>
                </a:solidFill>
                <a:latin typeface="Arial"/>
                <a:ea typeface="Arial"/>
                <a:cs typeface="Arial"/>
              </a:rPr>
              <a:t>search queries</a:t>
            </a:r>
            <a:endParaRPr sz="1350"/>
          </a:p>
        </p:txBody>
      </p:sp>
      <p:sp>
        <p:nvSpPr>
          <p:cNvPr id="18" name="Shape 32">
            <a:extLst xmlns:a="http://schemas.openxmlformats.org/drawingml/2006/main">
              <a:ext uri="{FF2B5EF4-FFF2-40B4-BE49-F238E27FC236}">
                <a16:creationId xmlns:a16="http://schemas.microsoft.com/office/drawing/2014/main" id="{6377D2E5-88E6-4351-9E18-A24721D6A163}"/>
              </a:ext>
            </a:extLst>
          </p:cNvPr>
          <p:cNvSpPr>
            <a:spLocks xmlns:a="http://schemas.openxmlformats.org/drawingml/2006/main" noGrp="1"/>
          </p:cNvSpPr>
          <p:nvPr/>
        </p:nvSpPr>
        <p:spPr>
          <a:xfrm xmlns:a="http://schemas.openxmlformats.org/drawingml/2006/main">
            <a:off x="8305592" y="5054559"/>
            <a:ext cx="2285943" cy="1142971"/>
          </a:xfrm>
          <a:prstGeom xmlns:a="http://schemas.openxmlformats.org/drawingml/2006/main" prst="rect">
            <a:avLst/>
          </a:prstGeom>
          <a:noFill xmlns:a="http://schemas.openxmlformats.org/drawingml/2006/main"/>
        </p:spPr>
      </p:sp>
      <p:pic>
        <p:nvPicPr>
          <p:cNvPr id="52" name="Picture 32"/>
          <p:cNvPicPr>
            <a:picLocks xmlns:a="http://schemas.openxmlformats.org/drawingml/2006/main" noChangeAspect="1"/>
          </p:cNvPicPr>
          <p:nvPr/>
        </p:nvPicPr>
        <p:blipFill>
          <a:blip xmlns:r="http://schemas.openxmlformats.org/officeDocument/2006/relationships" xmlns:a="http://schemas.openxmlformats.org/drawingml/2006/main" r:embed="Rafe93fe9b17b43c4">
            <a:extLst>
              <a:ext uri="{96DAC541-7B7A-43D3-8B79-37D633B846F1}">
                <asvg:svgBlip xmlns:asvg="http://schemas.microsoft.com/office/drawing/2016/SVG/main" r:embed="Rfac7e645139d4620"/>
              </a:ext>
            </a:extLst>
          </a:blip>
          <a:stretch xmlns:a="http://schemas.openxmlformats.org/drawingml/2006/main">
            <a:fillRect l="0" t="0" r="0" b="0"/>
          </a:stretch>
        </p:blipFill>
        <p:spPr>
          <a:xfrm xmlns:a="http://schemas.openxmlformats.org/drawingml/2006/main">
            <a:off x="8305592" y="5054559"/>
            <a:ext cx="2285943" cy="1142971"/>
          </a:xfrm>
          <a:prstGeom xmlns:a="http://schemas.openxmlformats.org/drawingml/2006/main" prst="rect">
            <a:avLst/>
          </a:prstGeom>
        </p:spPr>
      </p:pic>
      <p:sp>
        <p:nvSpPr>
          <p:cNvPr id="20" name="TextBox 34">
            <a:extLst xmlns:a="http://schemas.openxmlformats.org/drawingml/2006/main">
              <a:ext uri="{FF2B5EF4-FFF2-40B4-BE49-F238E27FC236}">
                <a16:creationId xmlns:a16="http://schemas.microsoft.com/office/drawing/2014/main" id="{1C68CDC9-F189-4E70-9DEC-31404FF00E9C}"/>
              </a:ext>
            </a:extLst>
          </p:cNvPr>
          <p:cNvSpPr>
            <a:spLocks xmlns:a="http://schemas.openxmlformats.org/drawingml/2006/main" noGrp="1"/>
          </p:cNvSpPr>
          <p:nvPr/>
        </p:nvSpPr>
        <p:spPr>
          <a:xfrm xmlns:a="http://schemas.openxmlformats.org/drawingml/2006/main">
            <a:off x="8305592" y="5187906"/>
            <a:ext cx="2285943" cy="546086"/>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r">
              <a:lnSpc>
                <a:spcPts val="4300"/>
              </a:lnSpc>
              <a:buNone/>
            </a:pPr>
            <a:r>
              <a:rPr sz="4300" b="1">
                <a:solidFill>
                  <a:srgbClr val="00A99D"/>
                </a:solidFill>
                <a:latin typeface="Arial"/>
                <a:ea typeface="Arial"/>
                <a:cs typeface="Arial"/>
              </a:rPr>
              <a:t>12</a:t>
            </a:r>
            <a:endParaRPr sz="4300"/>
          </a:p>
        </p:txBody>
      </p:sp>
      <p:sp>
        <p:nvSpPr>
          <p:cNvPr id="21" name="TextBox 36">
            <a:extLst xmlns:a="http://schemas.openxmlformats.org/drawingml/2006/main">
              <a:ext uri="{FF2B5EF4-FFF2-40B4-BE49-F238E27FC236}">
                <a16:creationId xmlns:a16="http://schemas.microsoft.com/office/drawing/2014/main" id="{0FDCA0AF-6C0E-4009-A5C4-8B89ED22032D}"/>
              </a:ext>
            </a:extLst>
          </p:cNvPr>
          <p:cNvSpPr>
            <a:spLocks xmlns:a="http://schemas.openxmlformats.org/drawingml/2006/main" noGrp="1"/>
          </p:cNvSpPr>
          <p:nvPr/>
        </p:nvSpPr>
        <p:spPr>
          <a:xfrm xmlns:a="http://schemas.openxmlformats.org/drawingml/2006/main">
            <a:off x="8305592" y="5810190"/>
            <a:ext cx="2285943" cy="205675"/>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r">
              <a:lnSpc>
                <a:spcPts val="1620"/>
              </a:lnSpc>
              <a:buNone/>
            </a:pPr>
            <a:r>
              <a:rPr sz="1350">
                <a:solidFill>
                  <a:srgbClr val="F4F1EA"/>
                </a:solidFill>
                <a:latin typeface="Arial"/>
                <a:ea typeface="Arial"/>
                <a:cs typeface="Arial"/>
              </a:rPr>
              <a:t>pages fetched</a:t>
            </a:r>
            <a:endParaRPr sz="1350"/>
          </a:p>
        </p:txBody>
      </p:sp>
      <p:sp>
        <p:nvSpPr>
          <p:cNvPr id="22" name="Shape 39">
            <a:extLst xmlns:a="http://schemas.openxmlformats.org/drawingml/2006/main">
              <a:ext uri="{FF2B5EF4-FFF2-40B4-BE49-F238E27FC236}">
                <a16:creationId xmlns:a16="http://schemas.microsoft.com/office/drawing/2014/main" id="{9375678D-71BF-4391-BD93-CC77BA8BAA68}"/>
              </a:ext>
            </a:extLst>
          </p:cNvPr>
          <p:cNvSpPr>
            <a:spLocks xmlns:a="http://schemas.openxmlformats.org/drawingml/2006/main" noGrp="1"/>
          </p:cNvSpPr>
          <p:nvPr/>
        </p:nvSpPr>
        <p:spPr>
          <a:xfrm xmlns:a="http://schemas.openxmlformats.org/drawingml/2006/main">
            <a:off x="9207270" y="2387626"/>
            <a:ext cx="2285943" cy="1142971"/>
          </a:xfrm>
          <a:prstGeom xmlns:a="http://schemas.openxmlformats.org/drawingml/2006/main" prst="rect">
            <a:avLst/>
          </a:prstGeom>
          <a:noFill xmlns:a="http://schemas.openxmlformats.org/drawingml/2006/main"/>
        </p:spPr>
      </p:sp>
      <p:pic>
        <p:nvPicPr>
          <p:cNvPr id="56" name="Picture 39"/>
          <p:cNvPicPr>
            <a:picLocks xmlns:a="http://schemas.openxmlformats.org/drawingml/2006/main" noChangeAspect="1"/>
          </p:cNvPicPr>
          <p:nvPr/>
        </p:nvPicPr>
        <p:blipFill>
          <a:blip xmlns:r="http://schemas.openxmlformats.org/officeDocument/2006/relationships" xmlns:a="http://schemas.openxmlformats.org/drawingml/2006/main" r:embed="R38788d09ab294cb1">
            <a:extLst>
              <a:ext uri="{96DAC541-7B7A-43D3-8B79-37D633B846F1}">
                <asvg:svgBlip xmlns:asvg="http://schemas.microsoft.com/office/drawing/2016/SVG/main" r:embed="R551fccbd3f534b35"/>
              </a:ext>
            </a:extLst>
          </a:blip>
          <a:stretch xmlns:a="http://schemas.openxmlformats.org/drawingml/2006/main">
            <a:fillRect l="0" t="0" r="0" b="0"/>
          </a:stretch>
        </p:blipFill>
        <p:spPr>
          <a:xfrm xmlns:a="http://schemas.openxmlformats.org/drawingml/2006/main">
            <a:off x="9207270" y="2387626"/>
            <a:ext cx="2285943" cy="1142971"/>
          </a:xfrm>
          <a:prstGeom xmlns:a="http://schemas.openxmlformats.org/drawingml/2006/main" prst="rect">
            <a:avLst/>
          </a:prstGeom>
        </p:spPr>
      </p:pic>
      <p:sp>
        <p:nvSpPr>
          <p:cNvPr id="24" name="TextBox 41">
            <a:extLst xmlns:a="http://schemas.openxmlformats.org/drawingml/2006/main">
              <a:ext uri="{FF2B5EF4-FFF2-40B4-BE49-F238E27FC236}">
                <a16:creationId xmlns:a16="http://schemas.microsoft.com/office/drawing/2014/main" id="{4EBF13A9-4694-4DBA-9359-51F9F7EBD2F3}"/>
              </a:ext>
            </a:extLst>
          </p:cNvPr>
          <p:cNvSpPr>
            <a:spLocks xmlns:a="http://schemas.openxmlformats.org/drawingml/2006/main" noGrp="1"/>
          </p:cNvSpPr>
          <p:nvPr/>
        </p:nvSpPr>
        <p:spPr>
          <a:xfrm xmlns:a="http://schemas.openxmlformats.org/drawingml/2006/main">
            <a:off x="9207270" y="2520973"/>
            <a:ext cx="2285943" cy="546086"/>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r">
              <a:lnSpc>
                <a:spcPts val="4300"/>
              </a:lnSpc>
              <a:buNone/>
            </a:pPr>
            <a:r>
              <a:rPr sz="4300" b="1">
                <a:solidFill>
                  <a:srgbClr val="00A99D"/>
                </a:solidFill>
                <a:latin typeface="Arial"/>
                <a:ea typeface="Arial"/>
                <a:cs typeface="Arial"/>
              </a:rPr>
              <a:t>2</a:t>
            </a:r>
            <a:endParaRPr sz="4300"/>
          </a:p>
        </p:txBody>
      </p:sp>
      <p:sp>
        <p:nvSpPr>
          <p:cNvPr id="25" name="TextBox 43">
            <a:extLst xmlns:a="http://schemas.openxmlformats.org/drawingml/2006/main">
              <a:ext uri="{FF2B5EF4-FFF2-40B4-BE49-F238E27FC236}">
                <a16:creationId xmlns:a16="http://schemas.microsoft.com/office/drawing/2014/main" id="{1CA3C1C6-87EA-4E47-BEC7-4C10438CC4C1}"/>
              </a:ext>
            </a:extLst>
          </p:cNvPr>
          <p:cNvSpPr>
            <a:spLocks xmlns:a="http://schemas.openxmlformats.org/drawingml/2006/main" noGrp="1"/>
          </p:cNvSpPr>
          <p:nvPr/>
        </p:nvSpPr>
        <p:spPr>
          <a:xfrm xmlns:a="http://schemas.openxmlformats.org/drawingml/2006/main">
            <a:off x="9207270" y="3143257"/>
            <a:ext cx="2285943" cy="205675"/>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r">
              <a:lnSpc>
                <a:spcPts val="1620"/>
              </a:lnSpc>
              <a:buNone/>
            </a:pPr>
            <a:r>
              <a:rPr sz="1350">
                <a:solidFill>
                  <a:srgbClr val="F4F1EA"/>
                </a:solidFill>
                <a:latin typeface="Arial"/>
                <a:ea typeface="Arial"/>
                <a:cs typeface="Arial"/>
              </a:rPr>
              <a:t>model calls</a:t>
            </a:r>
            <a:endParaRPr sz="1350"/>
          </a:p>
        </p:txBody>
      </p:sp>
      <p:sp>
        <p:nvSpPr>
          <p:cNvPr id="26" name="Shape 46">
            <a:extLst xmlns:a="http://schemas.openxmlformats.org/drawingml/2006/main">
              <a:ext uri="{FF2B5EF4-FFF2-40B4-BE49-F238E27FC236}">
                <a16:creationId xmlns:a16="http://schemas.microsoft.com/office/drawing/2014/main" id="{2019D4A6-E604-47C6-A665-FFADDA69893D}"/>
              </a:ext>
            </a:extLst>
          </p:cNvPr>
          <p:cNvSpPr>
            <a:spLocks xmlns:a="http://schemas.openxmlformats.org/drawingml/2006/main" noGrp="1"/>
          </p:cNvSpPr>
          <p:nvPr/>
        </p:nvSpPr>
        <p:spPr>
          <a:xfrm xmlns:a="http://schemas.openxmlformats.org/drawingml/2006/main">
            <a:off x="8330992" y="3873489"/>
            <a:ext cx="2730432" cy="939777"/>
          </a:xfrm>
          <a:prstGeom xmlns:a="http://schemas.openxmlformats.org/drawingml/2006/main" prst="roundRect">
            <a:avLst>
              <a:gd name="adj" fmla="val 18919"/>
            </a:avLst>
          </a:prstGeom>
          <a:solidFill xmlns:a="http://schemas.openxmlformats.org/drawingml/2006/main">
            <a:srgbClr val="FFFFFF">
              <a:alpha val="8000"/>
            </a:srgbClr>
          </a:solidFill>
          <a:ln xmlns:a="http://schemas.openxmlformats.org/drawingml/2006/main" w="6350">
            <a:solidFill>
              <a:srgbClr val="FFFFFF">
                <a:alpha val="20000"/>
              </a:srgbClr>
            </a:solidFill>
            <a:prstDash val="solid"/>
          </a:ln>
        </p:spPr>
      </p:sp>
      <p:sp>
        <p:nvSpPr>
          <p:cNvPr id="27" name="TextBox 48">
            <a:extLst xmlns:a="http://schemas.openxmlformats.org/drawingml/2006/main">
              <a:ext uri="{FF2B5EF4-FFF2-40B4-BE49-F238E27FC236}">
                <a16:creationId xmlns:a16="http://schemas.microsoft.com/office/drawing/2014/main" id="{6E553003-DF15-4616-833A-11A2A3C8FDA2}"/>
              </a:ext>
            </a:extLst>
          </p:cNvPr>
          <p:cNvSpPr>
            <a:spLocks xmlns:a="http://schemas.openxmlformats.org/drawingml/2006/main" noGrp="1"/>
          </p:cNvSpPr>
          <p:nvPr/>
        </p:nvSpPr>
        <p:spPr>
          <a:xfrm xmlns:a="http://schemas.openxmlformats.org/drawingml/2006/main">
            <a:off x="8515137" y="4057634"/>
            <a:ext cx="2362141" cy="304792"/>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buNone/>
            </a:pPr>
            <a:r>
              <a:rPr sz="2100" b="1">
                <a:solidFill>
                  <a:srgbClr val="FFFFFF"/>
                </a:solidFill>
                <a:latin typeface="Arial"/>
                <a:ea typeface="Arial"/>
                <a:cs typeface="Arial"/>
              </a:rPr>
              <a:t>24 MB</a:t>
            </a:r>
            <a:endParaRPr sz="2100"/>
          </a:p>
        </p:txBody>
      </p:sp>
      <p:sp>
        <p:nvSpPr>
          <p:cNvPr id="28" name="TextBox 50">
            <a:extLst xmlns:a="http://schemas.openxmlformats.org/drawingml/2006/main">
              <a:ext uri="{FF2B5EF4-FFF2-40B4-BE49-F238E27FC236}">
                <a16:creationId xmlns:a16="http://schemas.microsoft.com/office/drawing/2014/main" id="{AA73403D-D228-4980-9AE2-D79D2AFFF3EC}"/>
              </a:ext>
            </a:extLst>
          </p:cNvPr>
          <p:cNvSpPr>
            <a:spLocks xmlns:a="http://schemas.openxmlformats.org/drawingml/2006/main" noGrp="1"/>
          </p:cNvSpPr>
          <p:nvPr/>
        </p:nvSpPr>
        <p:spPr>
          <a:xfrm xmlns:a="http://schemas.openxmlformats.org/drawingml/2006/main">
            <a:off x="8515137" y="4425925"/>
            <a:ext cx="2362141" cy="177796"/>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buNone/>
            </a:pPr>
            <a:r>
              <a:rPr sz="1200">
                <a:solidFill>
                  <a:srgbClr val="B8C3C1"/>
                </a:solidFill>
                <a:latin typeface="Arial"/>
                <a:ea typeface="Arial"/>
                <a:cs typeface="Arial"/>
              </a:rPr>
              <a:t>raw + decoded byte caps</a:t>
            </a:r>
            <a:endParaRPr sz="1200"/>
          </a:p>
        </p:txBody>
      </p:sp>
      <p:sp>
        <p:nvSpPr>
          <p:cNvPr id="29" name="TextBox 53">
            <a:extLst xmlns:a="http://schemas.openxmlformats.org/drawingml/2006/main">
              <a:ext uri="{FF2B5EF4-FFF2-40B4-BE49-F238E27FC236}">
                <a16:creationId xmlns:a16="http://schemas.microsoft.com/office/drawing/2014/main" id="{34CC3344-8731-4EDE-8364-8A81CB53CE2D}"/>
              </a:ext>
            </a:extLst>
          </p:cNvPr>
          <p:cNvSpPr>
            <a:spLocks xmlns:a="http://schemas.openxmlformats.org/drawingml/2006/main" noGrp="1"/>
          </p:cNvSpPr>
          <p:nvPr/>
        </p:nvSpPr>
        <p:spPr>
          <a:xfrm xmlns:a="http://schemas.openxmlformats.org/drawingml/2006/main">
            <a:off x="584185" y="6324528"/>
            <a:ext cx="6857829" cy="228594"/>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buNone/>
            </a:pPr>
            <a:r>
              <a:rPr sz="1200">
                <a:solidFill>
                  <a:srgbClr val="B8C3C1"/>
                </a:solidFill>
                <a:latin typeface="Arial"/>
                <a:ea typeface="Arial"/>
                <a:cs typeface="Arial"/>
              </a:rPr>
              <a:t>Unsafe URL, exhausted budget, missing evidence → typed terminal state.</a:t>
            </a:r>
            <a:endParaRPr sz="1200"/>
          </a:p>
        </p:txBody>
      </p:sp>
      <p:sp>
        <p:nvSpPr>
          <p:cNvPr id="30" name="TextBox 55">
            <a:extLst xmlns:a="http://schemas.openxmlformats.org/drawingml/2006/main">
              <a:ext uri="{FF2B5EF4-FFF2-40B4-BE49-F238E27FC236}">
                <a16:creationId xmlns:a16="http://schemas.microsoft.com/office/drawing/2014/main" id="{4C2C485A-A5DC-492F-BB22-08A6223AEB16}"/>
              </a:ext>
            </a:extLst>
          </p:cNvPr>
          <p:cNvSpPr>
            <a:spLocks xmlns:a="http://schemas.openxmlformats.org/drawingml/2006/main" noGrp="1"/>
          </p:cNvSpPr>
          <p:nvPr/>
        </p:nvSpPr>
        <p:spPr>
          <a:xfrm xmlns:a="http://schemas.openxmlformats.org/drawingml/2006/main">
            <a:off x="11099523" y="6324528"/>
            <a:ext cx="507987" cy="253994"/>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r">
              <a:buNone/>
            </a:pPr>
            <a:r>
              <a:rPr sz="1200">
                <a:solidFill>
                  <a:srgbClr val="00A99D"/>
                </a:solidFill>
                <a:latin typeface="Arial"/>
                <a:ea typeface="Arial"/>
                <a:cs typeface="Arial"/>
              </a:rPr>
              <a:t>05</a:t>
            </a:r>
            <a:endParaRPr sz="1200"/>
          </a:p>
        </p:txBody>
      </p:sp>
    </p:spTree>
    <p:extLst>
      <p:ext uri="{BB962C8B-B14F-4D97-AF65-F5344CB8AC3E}">
        <p14:creationId xmlns:p14="http://schemas.microsoft.com/office/powerpoint/2010/main" val="465009213"/>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sp>
        <p:nvSpPr>
          <p:cNvPr id="2" name="Shape 1">
            <a:extLst xmlns:a="http://schemas.openxmlformats.org/drawingml/2006/main">
              <a:ext uri="{FF2B5EF4-FFF2-40B4-BE49-F238E27FC236}">
                <a16:creationId xmlns:a16="http://schemas.microsoft.com/office/drawing/2014/main" id="{EFFEA3AA-540C-4B67-B2CF-05C9C52ACA36}"/>
              </a:ext>
            </a:extLst>
          </p:cNvPr>
          <p:cNvSpPr>
            <a:spLocks xmlns:a="http://schemas.openxmlformats.org/drawingml/2006/main" noGrp="1"/>
          </p:cNvSpPr>
          <p:nvPr/>
        </p:nvSpPr>
        <p:spPr>
          <a:xfrm xmlns:a="http://schemas.openxmlformats.org/drawingml/2006/main">
            <a:off x="0" y="86"/>
            <a:ext cx="12191695" cy="6857829"/>
          </a:xfrm>
          <a:prstGeom xmlns:a="http://schemas.openxmlformats.org/drawingml/2006/main" prst="rect">
            <a:avLst/>
          </a:prstGeom>
          <a:solidFill xmlns:a="http://schemas.openxmlformats.org/drawingml/2006/main">
            <a:srgbClr val="FFFFFF"/>
          </a:solidFill>
        </p:spPr>
      </p:sp>
      <p:sp>
        <p:nvSpPr>
          <p:cNvPr id="3" name="TextBox 3">
            <a:extLst xmlns:a="http://schemas.openxmlformats.org/drawingml/2006/main">
              <a:ext uri="{FF2B5EF4-FFF2-40B4-BE49-F238E27FC236}">
                <a16:creationId xmlns:a16="http://schemas.microsoft.com/office/drawing/2014/main" id="{CBE6FF8F-A136-4AC6-9340-5CD9F0D3277E}"/>
              </a:ext>
            </a:extLst>
          </p:cNvPr>
          <p:cNvSpPr>
            <a:spLocks xmlns:a="http://schemas.openxmlformats.org/drawingml/2006/main" noGrp="1"/>
          </p:cNvSpPr>
          <p:nvPr/>
        </p:nvSpPr>
        <p:spPr>
          <a:xfrm xmlns:a="http://schemas.openxmlformats.org/drawingml/2006/main">
            <a:off x="584185" y="457274"/>
            <a:ext cx="2476438" cy="215895"/>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buNone/>
            </a:pPr>
            <a:r>
              <a:rPr sz="1000" b="1" spc="200">
                <a:solidFill>
                  <a:srgbClr val="00A99D"/>
                </a:solidFill>
                <a:latin typeface="Arial"/>
                <a:ea typeface="Arial"/>
                <a:cs typeface="Arial"/>
              </a:rPr>
              <a:t>TASK 02 · ASYNC CONTROL</a:t>
            </a:r>
            <a:endParaRPr sz="1000"/>
          </a:p>
        </p:txBody>
      </p:sp>
      <p:sp>
        <p:nvSpPr>
          <p:cNvPr id="4" name="TextBox 5">
            <a:extLst xmlns:a="http://schemas.openxmlformats.org/drawingml/2006/main">
              <a:ext uri="{FF2B5EF4-FFF2-40B4-BE49-F238E27FC236}">
                <a16:creationId xmlns:a16="http://schemas.microsoft.com/office/drawing/2014/main" id="{CBDDB2CF-1382-46DC-8574-7FD0C94377C1}"/>
              </a:ext>
            </a:extLst>
          </p:cNvPr>
          <p:cNvSpPr>
            <a:spLocks xmlns:a="http://schemas.openxmlformats.org/drawingml/2006/main" noGrp="1"/>
          </p:cNvSpPr>
          <p:nvPr/>
        </p:nvSpPr>
        <p:spPr>
          <a:xfrm xmlns:a="http://schemas.openxmlformats.org/drawingml/2006/main">
            <a:off x="584185" y="812865"/>
            <a:ext cx="9207270" cy="1130272"/>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lnSpc>
                <a:spcPts val="3672"/>
              </a:lnSpc>
              <a:buNone/>
            </a:pPr>
            <a:r>
              <a:rPr sz="3400" spc="-150">
                <a:solidFill>
                  <a:srgbClr val="162A2D"/>
                </a:solidFill>
                <a:latin typeface="Arial"/>
                <a:ea typeface="Arial"/>
                <a:cs typeface="Arial"/>
              </a:rPr>
              <a:t>HTTP returns fast.</a:t>
            </a:r>
            <a:endParaRPr sz="3400"/>
          </a:p>
          <a:p xmlns:a="http://schemas.openxmlformats.org/drawingml/2006/main">
            <a:pPr marL="0" indent="0" algn="l">
              <a:lnSpc>
                <a:spcPts val="3672"/>
              </a:lnSpc>
              <a:buNone/>
            </a:pPr>
            <a:r>
              <a:rPr sz="3400" spc="-150">
                <a:solidFill>
                  <a:srgbClr val="162A2D"/>
                </a:solidFill>
                <a:latin typeface="Arial"/>
                <a:ea typeface="Arial"/>
                <a:cs typeface="Arial"/>
              </a:rPr>
              <a:t>Research is allowed to take time.</a:t>
            </a:r>
            <a:endParaRPr sz="3400"/>
          </a:p>
        </p:txBody>
      </p:sp>
      <p:sp>
        <p:nvSpPr>
          <p:cNvPr id="5" name="Shape 7">
            <a:extLst xmlns:a="http://schemas.openxmlformats.org/drawingml/2006/main">
              <a:ext uri="{FF2B5EF4-FFF2-40B4-BE49-F238E27FC236}">
                <a16:creationId xmlns:a16="http://schemas.microsoft.com/office/drawing/2014/main" id="{0ECA078F-7FE8-4592-9819-A340ABEC2877}"/>
              </a:ext>
            </a:extLst>
          </p:cNvPr>
          <p:cNvSpPr>
            <a:spLocks xmlns:a="http://schemas.openxmlformats.org/drawingml/2006/main" noGrp="1"/>
          </p:cNvSpPr>
          <p:nvPr/>
        </p:nvSpPr>
        <p:spPr>
          <a:xfrm xmlns:a="http://schemas.openxmlformats.org/drawingml/2006/main">
            <a:off x="584185" y="2286029"/>
            <a:ext cx="3365416" cy="3428914"/>
          </a:xfrm>
          <a:prstGeom xmlns:a="http://schemas.openxmlformats.org/drawingml/2006/main" prst="roundRect">
            <a:avLst>
              <a:gd name="adj" fmla="val 8302"/>
            </a:avLst>
          </a:prstGeom>
          <a:solidFill xmlns:a="http://schemas.openxmlformats.org/drawingml/2006/main">
            <a:srgbClr val="F4F1EA"/>
          </a:solidFill>
          <a:ln xmlns:a="http://schemas.openxmlformats.org/drawingml/2006/main" w="6350">
            <a:solidFill>
              <a:srgbClr val="D4DCDA"/>
            </a:solidFill>
            <a:prstDash val="solid"/>
          </a:ln>
        </p:spPr>
      </p:sp>
      <p:sp>
        <p:nvSpPr>
          <p:cNvPr id="6" name="TextBox 9">
            <a:extLst xmlns:a="http://schemas.openxmlformats.org/drawingml/2006/main">
              <a:ext uri="{FF2B5EF4-FFF2-40B4-BE49-F238E27FC236}">
                <a16:creationId xmlns:a16="http://schemas.microsoft.com/office/drawing/2014/main" id="{F8E98D50-41C0-4A34-A270-871221F8D3B4}"/>
              </a:ext>
            </a:extLst>
          </p:cNvPr>
          <p:cNvSpPr>
            <a:spLocks xmlns:a="http://schemas.openxmlformats.org/drawingml/2006/main" noGrp="1"/>
          </p:cNvSpPr>
          <p:nvPr/>
        </p:nvSpPr>
        <p:spPr>
          <a:xfrm xmlns:a="http://schemas.openxmlformats.org/drawingml/2006/main">
            <a:off x="908027" y="2609870"/>
            <a:ext cx="2717732" cy="1028674"/>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lnSpc>
                <a:spcPts val="8100"/>
              </a:lnSpc>
              <a:buNone/>
            </a:pPr>
            <a:r>
              <a:rPr sz="9000" b="1" spc="-600">
                <a:solidFill>
                  <a:srgbClr val="00A99D"/>
                </a:solidFill>
                <a:latin typeface="Arial"/>
                <a:ea typeface="Arial"/>
                <a:cs typeface="Arial"/>
              </a:rPr>
              <a:t>202</a:t>
            </a:r>
            <a:endParaRPr sz="9000"/>
          </a:p>
        </p:txBody>
      </p:sp>
      <p:sp>
        <p:nvSpPr>
          <p:cNvPr id="7" name="TextBox 11">
            <a:extLst xmlns:a="http://schemas.openxmlformats.org/drawingml/2006/main">
              <a:ext uri="{FF2B5EF4-FFF2-40B4-BE49-F238E27FC236}">
                <a16:creationId xmlns:a16="http://schemas.microsoft.com/office/drawing/2014/main" id="{F38FC596-EA72-4E00-B4D2-7F79952AF819}"/>
              </a:ext>
            </a:extLst>
          </p:cNvPr>
          <p:cNvSpPr>
            <a:spLocks xmlns:a="http://schemas.openxmlformats.org/drawingml/2006/main" noGrp="1"/>
          </p:cNvSpPr>
          <p:nvPr/>
        </p:nvSpPr>
        <p:spPr>
          <a:xfrm xmlns:a="http://schemas.openxmlformats.org/drawingml/2006/main">
            <a:off x="908027" y="3854439"/>
            <a:ext cx="2717732" cy="30003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lnSpc>
                <a:spcPts val="2362"/>
              </a:lnSpc>
              <a:buNone/>
            </a:pPr>
            <a:r>
              <a:rPr sz="2250" b="1">
                <a:solidFill>
                  <a:srgbClr val="162A2D"/>
                </a:solidFill>
                <a:latin typeface="Arial"/>
                <a:ea typeface="Arial"/>
                <a:cs typeface="Arial"/>
              </a:rPr>
              <a:t>Accepted</a:t>
            </a:r>
            <a:endParaRPr sz="2250"/>
          </a:p>
        </p:txBody>
      </p:sp>
      <p:sp>
        <p:nvSpPr>
          <p:cNvPr id="8" name="TextBox 13">
            <a:extLst xmlns:a="http://schemas.openxmlformats.org/drawingml/2006/main">
              <a:ext uri="{FF2B5EF4-FFF2-40B4-BE49-F238E27FC236}">
                <a16:creationId xmlns:a16="http://schemas.microsoft.com/office/drawing/2014/main" id="{9E4BDA73-54E3-4947-BEE0-D6EC32021735}"/>
              </a:ext>
            </a:extLst>
          </p:cNvPr>
          <p:cNvSpPr>
            <a:spLocks xmlns:a="http://schemas.openxmlformats.org/drawingml/2006/main" noGrp="1"/>
          </p:cNvSpPr>
          <p:nvPr/>
        </p:nvSpPr>
        <p:spPr>
          <a:xfrm xmlns:a="http://schemas.openxmlformats.org/drawingml/2006/main">
            <a:off x="908027" y="4294166"/>
            <a:ext cx="2717732" cy="462745"/>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lnSpc>
                <a:spcPts val="1822"/>
              </a:lnSpc>
              <a:buNone/>
            </a:pPr>
            <a:r>
              <a:rPr sz="1350">
                <a:solidFill>
                  <a:srgbClr val="5E6D6C"/>
                </a:solidFill>
                <a:latin typeface="Arial"/>
                <a:ea typeface="Arial"/>
                <a:cs typeface="Arial"/>
              </a:rPr>
              <a:t>Stable run ID after</a:t>
            </a:r>
            <a:endParaRPr sz="1350"/>
          </a:p>
          <a:p xmlns:a="http://schemas.openxmlformats.org/drawingml/2006/main">
            <a:pPr marL="0" indent="0" algn="l">
              <a:lnSpc>
                <a:spcPts val="1822"/>
              </a:lnSpc>
              <a:buNone/>
            </a:pPr>
            <a:r>
              <a:rPr sz="1350">
                <a:solidFill>
                  <a:srgbClr val="5E6D6C"/>
                </a:solidFill>
                <a:latin typeface="Arial"/>
                <a:ea typeface="Arial"/>
                <a:cs typeface="Arial"/>
              </a:rPr>
              <a:t>persist-before-enqueue.</a:t>
            </a:r>
            <a:endParaRPr sz="1350"/>
          </a:p>
        </p:txBody>
      </p:sp>
      <p:pic>
        <p:nvPicPr>
          <p:cNvPr id="36" name="Picture 15"/>
          <p:cNvPicPr>
            <a:picLocks xmlns:a="http://schemas.openxmlformats.org/drawingml/2006/main" noChangeAspect="1"/>
          </p:cNvPicPr>
          <p:nvPr/>
        </p:nvPicPr>
        <p:blipFill>
          <a:blip xmlns:r="http://schemas.openxmlformats.org/officeDocument/2006/relationships" xmlns:a="http://schemas.openxmlformats.org/drawingml/2006/main" r:embed="Rfe997ac9e23a4f3a">
            <a:extLst>
              <a:ext uri="{96DAC541-7B7A-43D3-8B79-37D633B846F1}">
                <asvg:svgBlip xmlns:asvg="http://schemas.microsoft.com/office/drawing/2016/SVG/main" r:embed="R2e91929434ce42f3"/>
              </a:ext>
            </a:extLst>
          </a:blip>
          <a:stretch xmlns:a="http://schemas.openxmlformats.org/drawingml/2006/main">
            <a:fillRect l="0" t="0" r="0" b="0"/>
          </a:stretch>
        </p:blipFill>
        <p:spPr>
          <a:xfrm xmlns:a="http://schemas.openxmlformats.org/drawingml/2006/main">
            <a:off x="908027" y="4972011"/>
            <a:ext cx="2666933" cy="469888"/>
          </a:xfrm>
          <a:prstGeom xmlns:a="http://schemas.openxmlformats.org/drawingml/2006/main" prst="rect">
            <a:avLst/>
          </a:prstGeom>
        </p:spPr>
      </p:pic>
      <p:sp>
        <p:nvSpPr>
          <p:cNvPr id="10" name="TextBox 15">
            <a:extLst xmlns:a="http://schemas.openxmlformats.org/drawingml/2006/main">
              <a:ext uri="{FF2B5EF4-FFF2-40B4-BE49-F238E27FC236}">
                <a16:creationId xmlns:a16="http://schemas.microsoft.com/office/drawing/2014/main" id="{2E5D3F65-796E-4F27-AB2E-EFD52868655A}"/>
              </a:ext>
            </a:extLst>
          </p:cNvPr>
          <p:cNvSpPr>
            <a:spLocks xmlns:a="http://schemas.openxmlformats.org/drawingml/2006/main" noGrp="1"/>
          </p:cNvSpPr>
          <p:nvPr/>
        </p:nvSpPr>
        <p:spPr>
          <a:xfrm xmlns:a="http://schemas.openxmlformats.org/drawingml/2006/main">
            <a:off x="908027" y="4972011"/>
            <a:ext cx="2666933" cy="469888"/>
          </a:xfrm>
          <a:prstGeom xmlns:a="http://schemas.openxmlformats.org/drawingml/2006/main" prst="rect">
            <a:avLst/>
          </a:prstGeom>
          <a:noFill xmlns:a="http://schemas.openxmlformats.org/drawingml/2006/main"/>
        </p:spPr>
        <p:txBody>
          <a:bodyPr xmlns:a="http://schemas.openxmlformats.org/drawingml/2006/main" wrap="square" lIns="0" tIns="126997" rIns="0" bIns="0" anchor="t">
            <a:spAutoFit/>
          </a:bodyPr>
          <a:lstStyle xmlns:a="http://schemas.openxmlformats.org/drawingml/2006/main"/>
          <a:p xmlns:a="http://schemas.openxmlformats.org/drawingml/2006/main">
            <a:pPr marL="0" indent="0" algn="l">
              <a:buNone/>
            </a:pPr>
            <a:r>
              <a:rPr sz="1250">
                <a:solidFill>
                  <a:srgbClr val="162A2D"/>
                </a:solidFill>
                <a:latin typeface="Arial"/>
                <a:ea typeface="Arial"/>
                <a:cs typeface="Arial"/>
              </a:rPr>
              <a:t>Idempotency makes retries cheap.</a:t>
            </a:r>
            <a:endParaRPr sz="1250"/>
          </a:p>
        </p:txBody>
      </p:sp>
      <p:sp>
        <p:nvSpPr>
          <p:cNvPr id="11" name="Shape 20">
            <a:extLst xmlns:a="http://schemas.openxmlformats.org/drawingml/2006/main">
              <a:ext uri="{FF2B5EF4-FFF2-40B4-BE49-F238E27FC236}">
                <a16:creationId xmlns:a16="http://schemas.microsoft.com/office/drawing/2014/main" id="{50A98796-F8D6-4938-86A0-D3DF17824471}"/>
              </a:ext>
            </a:extLst>
          </p:cNvPr>
          <p:cNvSpPr>
            <a:spLocks xmlns:a="http://schemas.openxmlformats.org/drawingml/2006/main" noGrp="1"/>
          </p:cNvSpPr>
          <p:nvPr/>
        </p:nvSpPr>
        <p:spPr>
          <a:xfrm xmlns:a="http://schemas.openxmlformats.org/drawingml/2006/main">
            <a:off x="4711582" y="3924288"/>
            <a:ext cx="6254594" cy="50799"/>
          </a:xfrm>
          <a:prstGeom xmlns:a="http://schemas.openxmlformats.org/drawingml/2006/main" prst="roundRect">
            <a:avLst>
              <a:gd name="adj" fmla="val 50000"/>
            </a:avLst>
          </a:prstGeom>
          <a:solidFill xmlns:a="http://schemas.openxmlformats.org/drawingml/2006/main">
            <a:srgbClr val="C8D3D1"/>
          </a:solidFill>
        </p:spPr>
      </p:sp>
      <p:sp>
        <p:nvSpPr>
          <p:cNvPr id="12" name="Shape 22">
            <a:extLst xmlns:a="http://schemas.openxmlformats.org/drawingml/2006/main">
              <a:ext uri="{FF2B5EF4-FFF2-40B4-BE49-F238E27FC236}">
                <a16:creationId xmlns:a16="http://schemas.microsoft.com/office/drawing/2014/main" id="{AE3EDF95-C3E2-4257-973B-FFB003179DA1}"/>
              </a:ext>
            </a:extLst>
          </p:cNvPr>
          <p:cNvSpPr>
            <a:spLocks xmlns:a="http://schemas.openxmlformats.org/drawingml/2006/main" noGrp="1"/>
          </p:cNvSpPr>
          <p:nvPr/>
        </p:nvSpPr>
        <p:spPr>
          <a:xfrm xmlns:a="http://schemas.openxmlformats.org/drawingml/2006/main">
            <a:off x="4711582" y="3924288"/>
            <a:ext cx="4190895" cy="50799"/>
          </a:xfrm>
          <a:prstGeom xmlns:a="http://schemas.openxmlformats.org/drawingml/2006/main" prst="roundRect">
            <a:avLst>
              <a:gd name="adj" fmla="val 50000"/>
            </a:avLst>
          </a:prstGeom>
          <a:solidFill xmlns:a="http://schemas.openxmlformats.org/drawingml/2006/main">
            <a:srgbClr val="00A99D"/>
          </a:solidFill>
        </p:spPr>
      </p:sp>
      <p:sp>
        <p:nvSpPr>
          <p:cNvPr id="13" name="TextBox 24">
            <a:extLst xmlns:a="http://schemas.openxmlformats.org/drawingml/2006/main">
              <a:ext uri="{FF2B5EF4-FFF2-40B4-BE49-F238E27FC236}">
                <a16:creationId xmlns:a16="http://schemas.microsoft.com/office/drawing/2014/main" id="{6D14F217-31F4-4DE3-83B9-EB92EACD9FE9}"/>
              </a:ext>
            </a:extLst>
          </p:cNvPr>
          <p:cNvSpPr>
            <a:spLocks xmlns:a="http://schemas.openxmlformats.org/drawingml/2006/main" noGrp="1"/>
          </p:cNvSpPr>
          <p:nvPr/>
        </p:nvSpPr>
        <p:spPr>
          <a:xfrm xmlns:a="http://schemas.openxmlformats.org/drawingml/2006/main">
            <a:off x="4444889" y="3390901"/>
            <a:ext cx="1079473" cy="1079473"/>
          </a:xfrm>
          <a:prstGeom xmlns:a="http://schemas.openxmlformats.org/drawingml/2006/main" prst="ellipse">
            <a:avLst/>
          </a:prstGeom>
          <a:solidFill xmlns:a="http://schemas.openxmlformats.org/drawingml/2006/main">
            <a:srgbClr val="F4F1EA"/>
          </a:solidFill>
          <a:ln xmlns:a="http://schemas.openxmlformats.org/drawingml/2006/main" w="19050">
            <a:solidFill>
              <a:srgbClr val="162A2D"/>
            </a:solidFill>
            <a:prstDash val="solid"/>
          </a:ln>
        </p:spPr>
        <p:txBody>
          <a:bodyPr xmlns:a="http://schemas.openxmlformats.org/drawingml/2006/main" wrap="square" lIns="0" tIns="0" rIns="0" bIns="0" anchor="ctr">
            <a:spAutoFit/>
          </a:bodyPr>
          <a:lstStyle xmlns:a="http://schemas.openxmlformats.org/drawingml/2006/main"/>
          <a:p xmlns:a="http://schemas.openxmlformats.org/drawingml/2006/main">
            <a:pPr marL="0" indent="0" algn="ctr">
              <a:lnSpc>
                <a:spcPts val="1470"/>
              </a:lnSpc>
              <a:buNone/>
            </a:pPr>
            <a:r>
              <a:rPr sz="1400" b="1">
                <a:solidFill>
                  <a:srgbClr val="162A2D"/>
                </a:solidFill>
                <a:latin typeface="Arial"/>
                <a:ea typeface="Arial"/>
                <a:cs typeface="Arial"/>
              </a:rPr>
              <a:t>QUEUED</a:t>
            </a:r>
            <a:endParaRPr sz="1400"/>
          </a:p>
        </p:txBody>
      </p:sp>
      <p:sp>
        <p:nvSpPr>
          <p:cNvPr id="14" name="TextBox 26">
            <a:extLst xmlns:a="http://schemas.openxmlformats.org/drawingml/2006/main">
              <a:ext uri="{FF2B5EF4-FFF2-40B4-BE49-F238E27FC236}">
                <a16:creationId xmlns:a16="http://schemas.microsoft.com/office/drawing/2014/main" id="{02D3D59C-78D5-463C-8C54-7E62042F6B94}"/>
              </a:ext>
            </a:extLst>
          </p:cNvPr>
          <p:cNvSpPr>
            <a:spLocks xmlns:a="http://schemas.openxmlformats.org/drawingml/2006/main" noGrp="1"/>
          </p:cNvSpPr>
          <p:nvPr/>
        </p:nvSpPr>
        <p:spPr>
          <a:xfrm xmlns:a="http://schemas.openxmlformats.org/drawingml/2006/main">
            <a:off x="5905352" y="3390901"/>
            <a:ext cx="1079473" cy="1079473"/>
          </a:xfrm>
          <a:prstGeom xmlns:a="http://schemas.openxmlformats.org/drawingml/2006/main" prst="ellipse">
            <a:avLst/>
          </a:prstGeom>
          <a:solidFill xmlns:a="http://schemas.openxmlformats.org/drawingml/2006/main">
            <a:srgbClr val="00A99D"/>
          </a:solidFill>
        </p:spPr>
        <p:txBody>
          <a:bodyPr xmlns:a="http://schemas.openxmlformats.org/drawingml/2006/main" wrap="square" lIns="0" tIns="0" rIns="0" bIns="0" anchor="ctr">
            <a:spAutoFit/>
          </a:bodyPr>
          <a:lstStyle xmlns:a="http://schemas.openxmlformats.org/drawingml/2006/main"/>
          <a:p xmlns:a="http://schemas.openxmlformats.org/drawingml/2006/main">
            <a:pPr marL="0" indent="0" algn="ctr">
              <a:lnSpc>
                <a:spcPts val="1470"/>
              </a:lnSpc>
              <a:buNone/>
            </a:pPr>
            <a:r>
              <a:rPr sz="1400" b="1">
                <a:solidFill>
                  <a:srgbClr val="162A2D"/>
                </a:solidFill>
                <a:latin typeface="Arial"/>
                <a:ea typeface="Arial"/>
                <a:cs typeface="Arial"/>
              </a:rPr>
              <a:t>RUNNING</a:t>
            </a:r>
            <a:endParaRPr sz="1400"/>
          </a:p>
        </p:txBody>
      </p:sp>
      <p:sp>
        <p:nvSpPr>
          <p:cNvPr id="15" name="Shape 28">
            <a:extLst xmlns:a="http://schemas.openxmlformats.org/drawingml/2006/main">
              <a:ext uri="{FF2B5EF4-FFF2-40B4-BE49-F238E27FC236}">
                <a16:creationId xmlns:a16="http://schemas.microsoft.com/office/drawing/2014/main" id="{C9CB9A0C-38E4-49CE-8540-13D3B4E2EC78}"/>
              </a:ext>
            </a:extLst>
          </p:cNvPr>
          <p:cNvSpPr>
            <a:spLocks xmlns:a="http://schemas.openxmlformats.org/drawingml/2006/main" noGrp="1"/>
          </p:cNvSpPr>
          <p:nvPr/>
        </p:nvSpPr>
        <p:spPr>
          <a:xfrm xmlns:a="http://schemas.openxmlformats.org/drawingml/2006/main">
            <a:off x="7365816" y="3390901"/>
            <a:ext cx="1079473" cy="1079473"/>
          </a:xfrm>
          <a:prstGeom xmlns:a="http://schemas.openxmlformats.org/drawingml/2006/main" prst="ellipse">
            <a:avLst/>
          </a:prstGeom>
          <a:solidFill xmlns:a="http://schemas.openxmlformats.org/drawingml/2006/main">
            <a:srgbClr val="F4F1EA"/>
          </a:solidFill>
          <a:ln xmlns:a="http://schemas.openxmlformats.org/drawingml/2006/main" w="19050">
            <a:solidFill>
              <a:srgbClr val="00A99D"/>
            </a:solidFill>
            <a:prstDash val="solid"/>
          </a:ln>
        </p:spPr>
      </p:sp>
      <p:sp>
        <p:nvSpPr>
          <p:cNvPr id="16" name="TextBox 29">
            <a:extLst xmlns:a="http://schemas.openxmlformats.org/drawingml/2006/main">
              <a:ext uri="{FF2B5EF4-FFF2-40B4-BE49-F238E27FC236}">
                <a16:creationId xmlns:a16="http://schemas.microsoft.com/office/drawing/2014/main" id="{36B659AF-FF5F-441F-B759-4501DC82D983}"/>
              </a:ext>
            </a:extLst>
          </p:cNvPr>
          <p:cNvSpPr>
            <a:spLocks xmlns:a="http://schemas.openxmlformats.org/drawingml/2006/main" noGrp="1"/>
          </p:cNvSpPr>
          <p:nvPr/>
        </p:nvSpPr>
        <p:spPr>
          <a:xfrm xmlns:a="http://schemas.openxmlformats.org/drawingml/2006/main">
            <a:off x="7538849" y="3744309"/>
            <a:ext cx="733407" cy="190495"/>
          </a:xfrm>
          <a:prstGeom xmlns:a="http://schemas.openxmlformats.org/drawingml/2006/main" prst="rect">
            <a:avLst/>
          </a:prstGeom>
          <a:noFill xmlns:a="http://schemas.openxmlformats.org/drawingml/2006/main"/>
        </p:spPr>
        <p:txBody>
          <a:bodyPr xmlns:a="http://schemas.openxmlformats.org/drawingml/2006/main" wrap="square" lIns="0" tIns="0" rIns="0" bIns="0" anchor="ctr">
            <a:spAutoFit/>
          </a:bodyPr>
          <a:lstStyle xmlns:a="http://schemas.openxmlformats.org/drawingml/2006/main"/>
          <a:p xmlns:a="http://schemas.openxmlformats.org/drawingml/2006/main">
            <a:pPr marL="0" indent="0">
              <a:lnSpc>
                <a:spcPts val="1417"/>
              </a:lnSpc>
              <a:buNone/>
            </a:pPr>
            <a:r>
              <a:rPr sz="1350" b="1">
                <a:solidFill>
                  <a:srgbClr val="162A2D"/>
                </a:solidFill>
                <a:highlight>
                  <a:srgbClr val="F4F1EA"/>
                </a:highlight>
                <a:latin typeface="Arial"/>
                <a:ea typeface="Arial"/>
                <a:cs typeface="Arial"/>
              </a:rPr>
              <a:t>WAITING</a:t>
            </a:r>
            <a:endParaRPr sz="1350"/>
          </a:p>
        </p:txBody>
      </p:sp>
      <p:sp>
        <p:nvSpPr>
          <p:cNvPr id="17" name="TextBox 31">
            <a:extLst xmlns:a="http://schemas.openxmlformats.org/drawingml/2006/main">
              <a:ext uri="{FF2B5EF4-FFF2-40B4-BE49-F238E27FC236}">
                <a16:creationId xmlns:a16="http://schemas.microsoft.com/office/drawing/2014/main" id="{ECB1E1FD-D6A9-43DA-9AEE-C56429C05C15}"/>
              </a:ext>
            </a:extLst>
          </p:cNvPr>
          <p:cNvSpPr>
            <a:spLocks xmlns:a="http://schemas.openxmlformats.org/drawingml/2006/main" noGrp="1"/>
          </p:cNvSpPr>
          <p:nvPr/>
        </p:nvSpPr>
        <p:spPr>
          <a:xfrm xmlns:a="http://schemas.openxmlformats.org/drawingml/2006/main">
            <a:off x="7464238" y="3924288"/>
            <a:ext cx="882628" cy="190495"/>
          </a:xfrm>
          <a:prstGeom xmlns:a="http://schemas.openxmlformats.org/drawingml/2006/main" prst="rect">
            <a:avLst/>
          </a:prstGeom>
          <a:noFill xmlns:a="http://schemas.openxmlformats.org/drawingml/2006/main"/>
        </p:spPr>
        <p:txBody>
          <a:bodyPr xmlns:a="http://schemas.openxmlformats.org/drawingml/2006/main" wrap="square" lIns="0" tIns="0" rIns="0" bIns="0" anchor="ctr">
            <a:spAutoFit/>
          </a:bodyPr>
          <a:lstStyle xmlns:a="http://schemas.openxmlformats.org/drawingml/2006/main"/>
          <a:p xmlns:a="http://schemas.openxmlformats.org/drawingml/2006/main">
            <a:pPr marL="0" indent="0">
              <a:lnSpc>
                <a:spcPts val="1417"/>
              </a:lnSpc>
              <a:buNone/>
            </a:pPr>
            <a:r>
              <a:rPr sz="1350" b="1">
                <a:solidFill>
                  <a:srgbClr val="162A2D"/>
                </a:solidFill>
                <a:highlight>
                  <a:srgbClr val="F4F1EA"/>
                </a:highlight>
                <a:latin typeface="Arial"/>
                <a:ea typeface="Arial"/>
                <a:cs typeface="Arial"/>
              </a:rPr>
              <a:t>FOR TOOL</a:t>
            </a:r>
            <a:endParaRPr sz="1350"/>
          </a:p>
        </p:txBody>
      </p:sp>
      <p:sp>
        <p:nvSpPr>
          <p:cNvPr id="18" name="TextBox 33">
            <a:extLst xmlns:a="http://schemas.openxmlformats.org/drawingml/2006/main">
              <a:ext uri="{FF2B5EF4-FFF2-40B4-BE49-F238E27FC236}">
                <a16:creationId xmlns:a16="http://schemas.microsoft.com/office/drawing/2014/main" id="{C7CE01A3-BF56-45DD-9BF1-99C40C784C12}"/>
              </a:ext>
            </a:extLst>
          </p:cNvPr>
          <p:cNvSpPr>
            <a:spLocks xmlns:a="http://schemas.openxmlformats.org/drawingml/2006/main" noGrp="1"/>
          </p:cNvSpPr>
          <p:nvPr/>
        </p:nvSpPr>
        <p:spPr>
          <a:xfrm xmlns:a="http://schemas.openxmlformats.org/drawingml/2006/main">
            <a:off x="8826279" y="2717818"/>
            <a:ext cx="1206470" cy="952476"/>
          </a:xfrm>
          <a:prstGeom xmlns:a="http://schemas.openxmlformats.org/drawingml/2006/main" prst="roundRect">
            <a:avLst>
              <a:gd name="adj" fmla="val 20000"/>
            </a:avLst>
          </a:prstGeom>
          <a:solidFill xmlns:a="http://schemas.openxmlformats.org/drawingml/2006/main">
            <a:srgbClr val="162A2D"/>
          </a:solidFill>
        </p:spPr>
        <p:txBody>
          <a:bodyPr xmlns:a="http://schemas.openxmlformats.org/drawingml/2006/main" wrap="square" lIns="0" tIns="0" rIns="0" bIns="0" anchor="ctr">
            <a:spAutoFit/>
          </a:bodyPr>
          <a:lstStyle xmlns:a="http://schemas.openxmlformats.org/drawingml/2006/main"/>
          <a:p xmlns:a="http://schemas.openxmlformats.org/drawingml/2006/main">
            <a:pPr marL="0" indent="0" algn="ctr">
              <a:lnSpc>
                <a:spcPts val="1417"/>
              </a:lnSpc>
              <a:buNone/>
            </a:pPr>
            <a:r>
              <a:rPr sz="1350" b="1">
                <a:solidFill>
                  <a:srgbClr val="FFFFFF"/>
                </a:solidFill>
                <a:latin typeface="Arial"/>
                <a:ea typeface="Arial"/>
                <a:cs typeface="Arial"/>
              </a:rPr>
              <a:t>COMPLETED</a:t>
            </a:r>
            <a:endParaRPr sz="1350"/>
          </a:p>
        </p:txBody>
      </p:sp>
      <p:sp>
        <p:nvSpPr>
          <p:cNvPr id="19" name="TextBox 35">
            <a:extLst xmlns:a="http://schemas.openxmlformats.org/drawingml/2006/main">
              <a:ext uri="{FF2B5EF4-FFF2-40B4-BE49-F238E27FC236}">
                <a16:creationId xmlns:a16="http://schemas.microsoft.com/office/drawing/2014/main" id="{5AA03F71-55E5-4F3F-8233-F846CAF06B2D}"/>
              </a:ext>
            </a:extLst>
          </p:cNvPr>
          <p:cNvSpPr>
            <a:spLocks xmlns:a="http://schemas.openxmlformats.org/drawingml/2006/main" noGrp="1"/>
          </p:cNvSpPr>
          <p:nvPr/>
        </p:nvSpPr>
        <p:spPr>
          <a:xfrm xmlns:a="http://schemas.openxmlformats.org/drawingml/2006/main">
            <a:off x="8826279" y="4317978"/>
            <a:ext cx="1206470" cy="952476"/>
          </a:xfrm>
          <a:prstGeom xmlns:a="http://schemas.openxmlformats.org/drawingml/2006/main" prst="roundRect">
            <a:avLst>
              <a:gd name="adj" fmla="val 20000"/>
            </a:avLst>
          </a:prstGeom>
          <a:noFill xmlns:a="http://schemas.openxmlformats.org/drawingml/2006/main"/>
          <a:ln xmlns:a="http://schemas.openxmlformats.org/drawingml/2006/main" w="12700">
            <a:solidFill>
              <a:srgbClr val="5E6D6C"/>
            </a:solidFill>
            <a:prstDash val="solid"/>
          </a:ln>
        </p:spPr>
        <p:txBody>
          <a:bodyPr xmlns:a="http://schemas.openxmlformats.org/drawingml/2006/main" wrap="square" lIns="0" tIns="0" rIns="0" bIns="0" anchor="ctr">
            <a:spAutoFit/>
          </a:bodyPr>
          <a:lstStyle xmlns:a="http://schemas.openxmlformats.org/drawingml/2006/main"/>
          <a:p xmlns:a="http://schemas.openxmlformats.org/drawingml/2006/main">
            <a:pPr marL="0" indent="0" algn="ctr">
              <a:lnSpc>
                <a:spcPts val="1417"/>
              </a:lnSpc>
              <a:buNone/>
            </a:pPr>
            <a:r>
              <a:rPr sz="1350" b="1">
                <a:solidFill>
                  <a:srgbClr val="162A2D"/>
                </a:solidFill>
                <a:latin typeface="Arial"/>
                <a:ea typeface="Arial"/>
                <a:cs typeface="Arial"/>
              </a:rPr>
              <a:t>FAILED</a:t>
            </a:r>
            <a:endParaRPr sz="1350"/>
          </a:p>
        </p:txBody>
      </p:sp>
      <p:sp>
        <p:nvSpPr>
          <p:cNvPr id="20" name="TextBox 37">
            <a:extLst xmlns:a="http://schemas.openxmlformats.org/drawingml/2006/main">
              <a:ext uri="{FF2B5EF4-FFF2-40B4-BE49-F238E27FC236}">
                <a16:creationId xmlns:a16="http://schemas.microsoft.com/office/drawing/2014/main" id="{25D6105F-EDA7-4639-B819-2BA666327AB7}"/>
              </a:ext>
            </a:extLst>
          </p:cNvPr>
          <p:cNvSpPr>
            <a:spLocks xmlns:a="http://schemas.openxmlformats.org/drawingml/2006/main" noGrp="1"/>
          </p:cNvSpPr>
          <p:nvPr/>
        </p:nvSpPr>
        <p:spPr>
          <a:xfrm xmlns:a="http://schemas.openxmlformats.org/drawingml/2006/main">
            <a:off x="10401040" y="3390901"/>
            <a:ext cx="1206470" cy="1079473"/>
          </a:xfrm>
          <a:prstGeom xmlns:a="http://schemas.openxmlformats.org/drawingml/2006/main" prst="roundRect">
            <a:avLst>
              <a:gd name="adj" fmla="val 17647"/>
            </a:avLst>
          </a:prstGeom>
          <a:solidFill xmlns:a="http://schemas.openxmlformats.org/drawingml/2006/main">
            <a:srgbClr val="F4F1EA"/>
          </a:solidFill>
          <a:ln xmlns:a="http://schemas.openxmlformats.org/drawingml/2006/main" w="12700">
            <a:solidFill>
              <a:srgbClr val="00A99D"/>
            </a:solidFill>
            <a:prstDash val="solid"/>
          </a:ln>
        </p:spPr>
        <p:txBody>
          <a:bodyPr xmlns:a="http://schemas.openxmlformats.org/drawingml/2006/main" wrap="square" lIns="0" tIns="0" rIns="0" bIns="0" anchor="ctr">
            <a:spAutoFit/>
          </a:bodyPr>
          <a:lstStyle xmlns:a="http://schemas.openxmlformats.org/drawingml/2006/main"/>
          <a:p xmlns:a="http://schemas.openxmlformats.org/drawingml/2006/main">
            <a:pPr marL="0" indent="0" algn="ctr">
              <a:lnSpc>
                <a:spcPts val="1417"/>
              </a:lnSpc>
              <a:buNone/>
            </a:pPr>
            <a:r>
              <a:rPr sz="1350" b="1">
                <a:solidFill>
                  <a:srgbClr val="162A2D"/>
                </a:solidFill>
                <a:latin typeface="Arial"/>
                <a:ea typeface="Arial"/>
                <a:cs typeface="Arial"/>
              </a:rPr>
              <a:t>CANCELLED</a:t>
            </a:r>
            <a:endParaRPr sz="1350"/>
          </a:p>
        </p:txBody>
      </p:sp>
      <p:sp>
        <p:nvSpPr>
          <p:cNvPr id="21" name="Shape 40">
            <a:extLst xmlns:a="http://schemas.openxmlformats.org/drawingml/2006/main">
              <a:ext uri="{FF2B5EF4-FFF2-40B4-BE49-F238E27FC236}">
                <a16:creationId xmlns:a16="http://schemas.microsoft.com/office/drawing/2014/main" id="{07D95B7E-78F0-439F-B8E9-E4CD57F5D9B0}"/>
              </a:ext>
            </a:extLst>
          </p:cNvPr>
          <p:cNvSpPr>
            <a:spLocks xmlns:a="http://schemas.openxmlformats.org/drawingml/2006/main" noGrp="1"/>
          </p:cNvSpPr>
          <p:nvPr/>
        </p:nvSpPr>
        <p:spPr>
          <a:xfrm xmlns:a="http://schemas.openxmlformats.org/drawingml/2006/main">
            <a:off x="4444889" y="5397451"/>
            <a:ext cx="7162621" cy="507987"/>
          </a:xfrm>
          <a:prstGeom xmlns:a="http://schemas.openxmlformats.org/drawingml/2006/main" prst="rect">
            <a:avLst/>
          </a:prstGeom>
          <a:noFill xmlns:a="http://schemas.openxmlformats.org/drawingml/2006/main"/>
        </p:spPr>
      </p:sp>
      <p:pic>
        <p:nvPicPr>
          <p:cNvPr id="49" name="Picture 40"/>
          <p:cNvPicPr>
            <a:picLocks xmlns:a="http://schemas.openxmlformats.org/drawingml/2006/main" noChangeAspect="1"/>
          </p:cNvPicPr>
          <p:nvPr/>
        </p:nvPicPr>
        <p:blipFill>
          <a:blip xmlns:r="http://schemas.openxmlformats.org/officeDocument/2006/relationships" xmlns:a="http://schemas.openxmlformats.org/drawingml/2006/main" r:embed="Rc6d48d1101be4c3d">
            <a:extLst>
              <a:ext uri="{96DAC541-7B7A-43D3-8B79-37D633B846F1}">
                <asvg:svgBlip xmlns:asvg="http://schemas.microsoft.com/office/drawing/2016/SVG/main" r:embed="Rbbe11fcfb5a64941"/>
              </a:ext>
            </a:extLst>
          </a:blip>
          <a:stretch xmlns:a="http://schemas.openxmlformats.org/drawingml/2006/main">
            <a:fillRect l="0" t="0" r="0" b="0"/>
          </a:stretch>
        </p:blipFill>
        <p:spPr>
          <a:xfrm xmlns:a="http://schemas.openxmlformats.org/drawingml/2006/main">
            <a:off x="4444889" y="5397451"/>
            <a:ext cx="7162621" cy="507987"/>
          </a:xfrm>
          <a:prstGeom xmlns:a="http://schemas.openxmlformats.org/drawingml/2006/main" prst="rect">
            <a:avLst/>
          </a:prstGeom>
        </p:spPr>
      </p:pic>
      <p:sp>
        <p:nvSpPr>
          <p:cNvPr id="23" name="TextBox 42">
            <a:extLst xmlns:a="http://schemas.openxmlformats.org/drawingml/2006/main">
              <a:ext uri="{FF2B5EF4-FFF2-40B4-BE49-F238E27FC236}">
                <a16:creationId xmlns:a16="http://schemas.microsoft.com/office/drawing/2014/main" id="{09F785E0-6521-4338-87D5-94993F9902CA}"/>
              </a:ext>
            </a:extLst>
          </p:cNvPr>
          <p:cNvSpPr>
            <a:spLocks xmlns:a="http://schemas.openxmlformats.org/drawingml/2006/main" noGrp="1"/>
          </p:cNvSpPr>
          <p:nvPr/>
        </p:nvSpPr>
        <p:spPr>
          <a:xfrm xmlns:a="http://schemas.openxmlformats.org/drawingml/2006/main">
            <a:off x="4444889" y="5562547"/>
            <a:ext cx="1904952" cy="184145"/>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buNone/>
            </a:pPr>
            <a:r>
              <a:rPr sz="1250" b="1">
                <a:solidFill>
                  <a:srgbClr val="00A99D"/>
                </a:solidFill>
                <a:latin typeface="Arial"/>
                <a:ea typeface="Arial"/>
                <a:cs typeface="Arial"/>
              </a:rPr>
              <a:t>LEASE RECOVERY</a:t>
            </a:r>
            <a:endParaRPr sz="1250"/>
          </a:p>
        </p:txBody>
      </p:sp>
      <p:sp>
        <p:nvSpPr>
          <p:cNvPr id="24" name="TextBox 44">
            <a:extLst xmlns:a="http://schemas.openxmlformats.org/drawingml/2006/main">
              <a:ext uri="{FF2B5EF4-FFF2-40B4-BE49-F238E27FC236}">
                <a16:creationId xmlns:a16="http://schemas.microsoft.com/office/drawing/2014/main" id="{83806CF5-DFAF-4D16-B564-608F70C77C0B}"/>
              </a:ext>
            </a:extLst>
          </p:cNvPr>
          <p:cNvSpPr>
            <a:spLocks xmlns:a="http://schemas.openxmlformats.org/drawingml/2006/main" noGrp="1"/>
          </p:cNvSpPr>
          <p:nvPr/>
        </p:nvSpPr>
        <p:spPr>
          <a:xfrm xmlns:a="http://schemas.openxmlformats.org/drawingml/2006/main">
            <a:off x="6349841" y="5556197"/>
            <a:ext cx="5257669" cy="196845"/>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buNone/>
            </a:pPr>
            <a:r>
              <a:rPr sz="1350">
                <a:solidFill>
                  <a:srgbClr val="5E6D6C"/>
                </a:solidFill>
                <a:latin typeface="Arial"/>
                <a:ea typeface="Arial"/>
                <a:cs typeface="Arial"/>
              </a:rPr>
              <a:t>Expired claims can recover. Terminal states cannot move backward.</a:t>
            </a:r>
            <a:endParaRPr sz="1350"/>
          </a:p>
        </p:txBody>
      </p:sp>
      <p:sp>
        <p:nvSpPr>
          <p:cNvPr id="25" name="TextBox 47">
            <a:extLst xmlns:a="http://schemas.openxmlformats.org/drawingml/2006/main">
              <a:ext uri="{FF2B5EF4-FFF2-40B4-BE49-F238E27FC236}">
                <a16:creationId xmlns:a16="http://schemas.microsoft.com/office/drawing/2014/main" id="{1F71EE1B-FC45-41B9-8F48-19B0BFDF9E3D}"/>
              </a:ext>
            </a:extLst>
          </p:cNvPr>
          <p:cNvSpPr>
            <a:spLocks xmlns:a="http://schemas.openxmlformats.org/drawingml/2006/main" noGrp="1"/>
          </p:cNvSpPr>
          <p:nvPr/>
        </p:nvSpPr>
        <p:spPr>
          <a:xfrm xmlns:a="http://schemas.openxmlformats.org/drawingml/2006/main">
            <a:off x="584185" y="6324528"/>
            <a:ext cx="5714857" cy="228594"/>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buNone/>
            </a:pPr>
            <a:r>
              <a:rPr sz="1200">
                <a:solidFill>
                  <a:srgbClr val="5E6D6C"/>
                </a:solidFill>
                <a:latin typeface="Arial"/>
                <a:ea typeface="Arial"/>
                <a:cs typeface="Arial"/>
              </a:rPr>
              <a:t>Poll · replayable SSE · idempotent cancellation</a:t>
            </a:r>
            <a:endParaRPr sz="1200"/>
          </a:p>
        </p:txBody>
      </p:sp>
      <p:sp>
        <p:nvSpPr>
          <p:cNvPr id="26" name="TextBox 49">
            <a:extLst xmlns:a="http://schemas.openxmlformats.org/drawingml/2006/main">
              <a:ext uri="{FF2B5EF4-FFF2-40B4-BE49-F238E27FC236}">
                <a16:creationId xmlns:a16="http://schemas.microsoft.com/office/drawing/2014/main" id="{851BB46E-C087-4731-ABD4-E2512F5E8803}"/>
              </a:ext>
            </a:extLst>
          </p:cNvPr>
          <p:cNvSpPr>
            <a:spLocks xmlns:a="http://schemas.openxmlformats.org/drawingml/2006/main" noGrp="1"/>
          </p:cNvSpPr>
          <p:nvPr/>
        </p:nvSpPr>
        <p:spPr>
          <a:xfrm xmlns:a="http://schemas.openxmlformats.org/drawingml/2006/main">
            <a:off x="11099523" y="6324528"/>
            <a:ext cx="507987" cy="253994"/>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r">
              <a:buNone/>
            </a:pPr>
            <a:r>
              <a:rPr sz="1200">
                <a:solidFill>
                  <a:srgbClr val="00A99D"/>
                </a:solidFill>
                <a:latin typeface="Arial"/>
                <a:ea typeface="Arial"/>
                <a:cs typeface="Arial"/>
              </a:rPr>
              <a:t>06</a:t>
            </a:r>
            <a:endParaRPr sz="1200"/>
          </a:p>
        </p:txBody>
      </p:sp>
    </p:spTree>
    <p:extLst>
      <p:ext uri="{BB962C8B-B14F-4D97-AF65-F5344CB8AC3E}">
        <p14:creationId xmlns:p14="http://schemas.microsoft.com/office/powerpoint/2010/main" val="1921364358"/>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sp>
        <p:nvSpPr>
          <p:cNvPr id="2" name="Shape 1">
            <a:extLst xmlns:a="http://schemas.openxmlformats.org/drawingml/2006/main">
              <a:ext uri="{FF2B5EF4-FFF2-40B4-BE49-F238E27FC236}">
                <a16:creationId xmlns:a16="http://schemas.microsoft.com/office/drawing/2014/main" id="{CE182966-21AA-47C8-BFD7-1A77A048EA8F}"/>
              </a:ext>
            </a:extLst>
          </p:cNvPr>
          <p:cNvSpPr>
            <a:spLocks xmlns:a="http://schemas.openxmlformats.org/drawingml/2006/main" noGrp="1"/>
          </p:cNvSpPr>
          <p:nvPr/>
        </p:nvSpPr>
        <p:spPr>
          <a:xfrm xmlns:a="http://schemas.openxmlformats.org/drawingml/2006/main">
            <a:off x="0" y="86"/>
            <a:ext cx="12191695" cy="6857829"/>
          </a:xfrm>
          <a:prstGeom xmlns:a="http://schemas.openxmlformats.org/drawingml/2006/main" prst="rect">
            <a:avLst/>
          </a:prstGeom>
          <a:solidFill xmlns:a="http://schemas.openxmlformats.org/drawingml/2006/main">
            <a:srgbClr val="F4F1EA"/>
          </a:solidFill>
        </p:spPr>
      </p:sp>
      <p:sp>
        <p:nvSpPr>
          <p:cNvPr id="3" name="TextBox 3">
            <a:extLst xmlns:a="http://schemas.openxmlformats.org/drawingml/2006/main">
              <a:ext uri="{FF2B5EF4-FFF2-40B4-BE49-F238E27FC236}">
                <a16:creationId xmlns:a16="http://schemas.microsoft.com/office/drawing/2014/main" id="{6E63E599-BEF7-4217-8F18-1F7DDB5DA2D5}"/>
              </a:ext>
            </a:extLst>
          </p:cNvPr>
          <p:cNvSpPr>
            <a:spLocks xmlns:a="http://schemas.openxmlformats.org/drawingml/2006/main" noGrp="1"/>
          </p:cNvSpPr>
          <p:nvPr/>
        </p:nvSpPr>
        <p:spPr>
          <a:xfrm xmlns:a="http://schemas.openxmlformats.org/drawingml/2006/main">
            <a:off x="584185" y="457274"/>
            <a:ext cx="2730432" cy="215895"/>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buNone/>
            </a:pPr>
            <a:r>
              <a:rPr sz="1000" b="1" spc="200">
                <a:solidFill>
                  <a:srgbClr val="00A99D"/>
                </a:solidFill>
                <a:latin typeface="Arial"/>
                <a:ea typeface="Arial"/>
                <a:cs typeface="Arial"/>
              </a:rPr>
              <a:t>TASK 02 · MULTI-TENANT TRUST</a:t>
            </a:r>
            <a:endParaRPr sz="1000"/>
          </a:p>
        </p:txBody>
      </p:sp>
      <p:sp>
        <p:nvSpPr>
          <p:cNvPr id="4" name="TextBox 5">
            <a:extLst xmlns:a="http://schemas.openxmlformats.org/drawingml/2006/main">
              <a:ext uri="{FF2B5EF4-FFF2-40B4-BE49-F238E27FC236}">
                <a16:creationId xmlns:a16="http://schemas.microsoft.com/office/drawing/2014/main" id="{429CAA8D-165B-49D5-BFDA-59BA2EBEEA77}"/>
              </a:ext>
            </a:extLst>
          </p:cNvPr>
          <p:cNvSpPr>
            <a:spLocks xmlns:a="http://schemas.openxmlformats.org/drawingml/2006/main" noGrp="1"/>
          </p:cNvSpPr>
          <p:nvPr/>
        </p:nvSpPr>
        <p:spPr>
          <a:xfrm xmlns:a="http://schemas.openxmlformats.org/drawingml/2006/main">
            <a:off x="584185" y="812865"/>
            <a:ext cx="8826279" cy="698483"/>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lnSpc>
                <a:spcPts val="3672"/>
              </a:lnSpc>
              <a:buNone/>
            </a:pPr>
            <a:r>
              <a:rPr sz="3400" spc="-150">
                <a:solidFill>
                  <a:srgbClr val="162A2D"/>
                </a:solidFill>
                <a:latin typeface="Arial"/>
                <a:ea typeface="Arial"/>
                <a:cs typeface="Arial"/>
              </a:rPr>
              <a:t>Isolation lives inside every query</a:t>
            </a:r>
            <a:endParaRPr sz="3400"/>
          </a:p>
        </p:txBody>
      </p:sp>
      <p:sp>
        <p:nvSpPr>
          <p:cNvPr id="5" name="TextBox 7">
            <a:extLst xmlns:a="http://schemas.openxmlformats.org/drawingml/2006/main">
              <a:ext uri="{FF2B5EF4-FFF2-40B4-BE49-F238E27FC236}">
                <a16:creationId xmlns:a16="http://schemas.microsoft.com/office/drawing/2014/main" id="{DA921949-4B84-4AB7-8698-F380AABB692A}"/>
              </a:ext>
            </a:extLst>
          </p:cNvPr>
          <p:cNvSpPr>
            <a:spLocks xmlns:a="http://schemas.openxmlformats.org/drawingml/2006/main" noGrp="1"/>
          </p:cNvSpPr>
          <p:nvPr/>
        </p:nvSpPr>
        <p:spPr>
          <a:xfrm xmlns:a="http://schemas.openxmlformats.org/drawingml/2006/main">
            <a:off x="9067573" y="901763"/>
            <a:ext cx="2539936" cy="533387"/>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lnSpc>
                <a:spcPts val="1822"/>
              </a:lnSpc>
              <a:buNone/>
            </a:pPr>
            <a:r>
              <a:rPr sz="1350">
                <a:solidFill>
                  <a:srgbClr val="5E6D6C"/>
                </a:solidFill>
                <a:latin typeface="Arial"/>
                <a:ea typeface="Arial"/>
                <a:cs typeface="Arial"/>
              </a:rPr>
              <a:t>Middleware alone cannot</a:t>
            </a:r>
            <a:endParaRPr sz="1350"/>
          </a:p>
          <a:p xmlns:a="http://schemas.openxmlformats.org/drawingml/2006/main">
            <a:pPr marL="0" indent="0" algn="l">
              <a:lnSpc>
                <a:spcPts val="1822"/>
              </a:lnSpc>
              <a:buNone/>
            </a:pPr>
            <a:r>
              <a:rPr sz="1350">
                <a:solidFill>
                  <a:srgbClr val="5E6D6C"/>
                </a:solidFill>
                <a:latin typeface="Arial"/>
                <a:ea typeface="Arial"/>
                <a:cs typeface="Arial"/>
              </a:rPr>
              <a:t>protect durable state.</a:t>
            </a:r>
            <a:endParaRPr sz="1350"/>
          </a:p>
        </p:txBody>
      </p:sp>
      <p:sp>
        <p:nvSpPr>
          <p:cNvPr id="6" name="Shape 9">
            <a:extLst xmlns:a="http://schemas.openxmlformats.org/drawingml/2006/main">
              <a:ext uri="{FF2B5EF4-FFF2-40B4-BE49-F238E27FC236}">
                <a16:creationId xmlns:a16="http://schemas.microsoft.com/office/drawing/2014/main" id="{1B55790A-6BB2-4E18-AFF4-D7A5F5656AA2}"/>
              </a:ext>
            </a:extLst>
          </p:cNvPr>
          <p:cNvSpPr>
            <a:spLocks xmlns:a="http://schemas.openxmlformats.org/drawingml/2006/main" noGrp="1"/>
          </p:cNvSpPr>
          <p:nvPr/>
        </p:nvSpPr>
        <p:spPr>
          <a:xfrm xmlns:a="http://schemas.openxmlformats.org/drawingml/2006/main">
            <a:off x="749281" y="2032035"/>
            <a:ext cx="9334267" cy="4127397"/>
          </a:xfrm>
          <a:prstGeom xmlns:a="http://schemas.openxmlformats.org/drawingml/2006/main" prst="roundRect">
            <a:avLst>
              <a:gd name="adj" fmla="val 8000"/>
            </a:avLst>
          </a:prstGeom>
          <a:noFill xmlns:a="http://schemas.openxmlformats.org/drawingml/2006/main"/>
          <a:ln xmlns:a="http://schemas.openxmlformats.org/drawingml/2006/main" w="19050">
            <a:solidFill>
              <a:srgbClr val="162A2D"/>
            </a:solidFill>
            <a:prstDash val="solid"/>
          </a:ln>
        </p:spPr>
      </p:sp>
      <p:sp>
        <p:nvSpPr>
          <p:cNvPr id="7" name="TextBox 11">
            <a:extLst xmlns:a="http://schemas.openxmlformats.org/drawingml/2006/main">
              <a:ext uri="{FF2B5EF4-FFF2-40B4-BE49-F238E27FC236}">
                <a16:creationId xmlns:a16="http://schemas.microsoft.com/office/drawing/2014/main" id="{2B0F3179-6C54-4E2C-9416-D76596A2F166}"/>
              </a:ext>
            </a:extLst>
          </p:cNvPr>
          <p:cNvSpPr>
            <a:spLocks xmlns:a="http://schemas.openxmlformats.org/drawingml/2006/main" noGrp="1"/>
          </p:cNvSpPr>
          <p:nvPr/>
        </p:nvSpPr>
        <p:spPr>
          <a:xfrm xmlns:a="http://schemas.openxmlformats.org/drawingml/2006/main">
            <a:off x="996925" y="2279679"/>
            <a:ext cx="8838979" cy="152396"/>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buNone/>
            </a:pPr>
            <a:r>
              <a:rPr sz="1050" b="1" spc="150">
                <a:solidFill>
                  <a:srgbClr val="5E6D6C"/>
                </a:solidFill>
                <a:latin typeface="Arial"/>
                <a:ea typeface="Arial"/>
                <a:cs typeface="Arial"/>
              </a:rPr>
              <a:t>01 · AUTHENTICATED REQUEST</a:t>
            </a:r>
            <a:endParaRPr sz="1050"/>
          </a:p>
        </p:txBody>
      </p:sp>
      <p:sp>
        <p:nvSpPr>
          <p:cNvPr id="8" name="Shape 13">
            <a:extLst xmlns:a="http://schemas.openxmlformats.org/drawingml/2006/main">
              <a:ext uri="{FF2B5EF4-FFF2-40B4-BE49-F238E27FC236}">
                <a16:creationId xmlns:a16="http://schemas.microsoft.com/office/drawing/2014/main" id="{1FEB0D54-6921-4ECB-95ED-F8DA26F5A50D}"/>
              </a:ext>
            </a:extLst>
          </p:cNvPr>
          <p:cNvSpPr>
            <a:spLocks xmlns:a="http://schemas.openxmlformats.org/drawingml/2006/main" noGrp="1"/>
          </p:cNvSpPr>
          <p:nvPr/>
        </p:nvSpPr>
        <p:spPr>
          <a:xfrm xmlns:a="http://schemas.openxmlformats.org/drawingml/2006/main">
            <a:off x="1276318" y="2635270"/>
            <a:ext cx="8127797" cy="3174921"/>
          </a:xfrm>
          <a:prstGeom xmlns:a="http://schemas.openxmlformats.org/drawingml/2006/main" prst="roundRect">
            <a:avLst>
              <a:gd name="adj" fmla="val 8800"/>
            </a:avLst>
          </a:prstGeom>
          <a:solidFill xmlns:a="http://schemas.openxmlformats.org/drawingml/2006/main">
            <a:srgbClr val="FFFFFF">
              <a:alpha val="46000"/>
            </a:srgbClr>
          </a:solidFill>
          <a:ln xmlns:a="http://schemas.openxmlformats.org/drawingml/2006/main" w="19050">
            <a:solidFill>
              <a:srgbClr val="00A99D"/>
            </a:solidFill>
            <a:prstDash val="solid"/>
          </a:ln>
        </p:spPr>
      </p:sp>
      <p:sp>
        <p:nvSpPr>
          <p:cNvPr id="9" name="TextBox 15">
            <a:extLst xmlns:a="http://schemas.openxmlformats.org/drawingml/2006/main">
              <a:ext uri="{FF2B5EF4-FFF2-40B4-BE49-F238E27FC236}">
                <a16:creationId xmlns:a16="http://schemas.microsoft.com/office/drawing/2014/main" id="{5DE4797C-7DC5-40B9-A30A-FA771E9895F5}"/>
              </a:ext>
            </a:extLst>
          </p:cNvPr>
          <p:cNvSpPr>
            <a:spLocks xmlns:a="http://schemas.openxmlformats.org/drawingml/2006/main" noGrp="1"/>
          </p:cNvSpPr>
          <p:nvPr/>
        </p:nvSpPr>
        <p:spPr>
          <a:xfrm xmlns:a="http://schemas.openxmlformats.org/drawingml/2006/main">
            <a:off x="1511262" y="2870214"/>
            <a:ext cx="7657909" cy="152396"/>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buNone/>
            </a:pPr>
            <a:r>
              <a:rPr sz="1050" b="1" spc="150">
                <a:solidFill>
                  <a:srgbClr val="00A99D"/>
                </a:solidFill>
                <a:latin typeface="Arial"/>
                <a:ea typeface="Arial"/>
                <a:cs typeface="Arial"/>
              </a:rPr>
              <a:t>02 · PRINCIPAL + TENANT SCOPE</a:t>
            </a:r>
            <a:endParaRPr sz="1050"/>
          </a:p>
        </p:txBody>
      </p:sp>
      <p:sp>
        <p:nvSpPr>
          <p:cNvPr id="10" name="Shape 17">
            <a:extLst xmlns:a="http://schemas.openxmlformats.org/drawingml/2006/main">
              <a:ext uri="{FF2B5EF4-FFF2-40B4-BE49-F238E27FC236}">
                <a16:creationId xmlns:a16="http://schemas.microsoft.com/office/drawing/2014/main" id="{41A788D0-208B-45B1-B383-AA0D13EC85A6}"/>
              </a:ext>
            </a:extLst>
          </p:cNvPr>
          <p:cNvSpPr>
            <a:spLocks xmlns:a="http://schemas.openxmlformats.org/drawingml/2006/main" noGrp="1"/>
          </p:cNvSpPr>
          <p:nvPr/>
        </p:nvSpPr>
        <p:spPr>
          <a:xfrm xmlns:a="http://schemas.openxmlformats.org/drawingml/2006/main">
            <a:off x="1854154" y="3238505"/>
            <a:ext cx="6603835" cy="2184345"/>
          </a:xfrm>
          <a:prstGeom xmlns:a="http://schemas.openxmlformats.org/drawingml/2006/main" prst="roundRect">
            <a:avLst>
              <a:gd name="adj" fmla="val 10465"/>
            </a:avLst>
          </a:prstGeom>
          <a:solidFill xmlns:a="http://schemas.openxmlformats.org/drawingml/2006/main">
            <a:srgbClr val="FFFFFF"/>
          </a:solidFill>
          <a:ln xmlns:a="http://schemas.openxmlformats.org/drawingml/2006/main" w="6350">
            <a:solidFill>
              <a:srgbClr val="C8D3D1"/>
            </a:solidFill>
            <a:prstDash val="solid"/>
          </a:ln>
        </p:spPr>
      </p:sp>
      <p:sp>
        <p:nvSpPr>
          <p:cNvPr id="11" name="TextBox 19">
            <a:extLst xmlns:a="http://schemas.openxmlformats.org/drawingml/2006/main">
              <a:ext uri="{FF2B5EF4-FFF2-40B4-BE49-F238E27FC236}">
                <a16:creationId xmlns:a16="http://schemas.microsoft.com/office/drawing/2014/main" id="{6D1DE48C-D83B-47A0-A115-5802C9CD50E6}"/>
              </a:ext>
            </a:extLst>
          </p:cNvPr>
          <p:cNvSpPr>
            <a:spLocks xmlns:a="http://schemas.openxmlformats.org/drawingml/2006/main" noGrp="1"/>
          </p:cNvSpPr>
          <p:nvPr/>
        </p:nvSpPr>
        <p:spPr>
          <a:xfrm xmlns:a="http://schemas.openxmlformats.org/drawingml/2006/main">
            <a:off x="2063698" y="3448050"/>
            <a:ext cx="6184745" cy="152396"/>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buNone/>
            </a:pPr>
            <a:r>
              <a:rPr sz="1050" b="1" spc="150">
                <a:solidFill>
                  <a:srgbClr val="5E6D6C"/>
                </a:solidFill>
                <a:latin typeface="Arial"/>
                <a:ea typeface="Arial"/>
                <a:cs typeface="Arial"/>
              </a:rPr>
              <a:t>03 · REPOSITORY FILTER</a:t>
            </a:r>
            <a:endParaRPr sz="1050"/>
          </a:p>
        </p:txBody>
      </p:sp>
      <p:sp>
        <p:nvSpPr>
          <p:cNvPr id="12" name="Shape 21">
            <a:extLst xmlns:a="http://schemas.openxmlformats.org/drawingml/2006/main">
              <a:ext uri="{FF2B5EF4-FFF2-40B4-BE49-F238E27FC236}">
                <a16:creationId xmlns:a16="http://schemas.microsoft.com/office/drawing/2014/main" id="{AD2760B4-463D-4306-8406-665A3972774A}"/>
              </a:ext>
            </a:extLst>
          </p:cNvPr>
          <p:cNvSpPr>
            <a:spLocks xmlns:a="http://schemas.openxmlformats.org/drawingml/2006/main" noGrp="1"/>
          </p:cNvSpPr>
          <p:nvPr/>
        </p:nvSpPr>
        <p:spPr>
          <a:xfrm xmlns:a="http://schemas.openxmlformats.org/drawingml/2006/main">
            <a:off x="2419290" y="3829040"/>
            <a:ext cx="5016375" cy="1181070"/>
          </a:xfrm>
          <a:prstGeom xmlns:a="http://schemas.openxmlformats.org/drawingml/2006/main" prst="roundRect">
            <a:avLst>
              <a:gd name="adj" fmla="val 15054"/>
            </a:avLst>
          </a:prstGeom>
          <a:solidFill xmlns:a="http://schemas.openxmlformats.org/drawingml/2006/main">
            <a:srgbClr val="162A2D"/>
          </a:solidFill>
        </p:spPr>
      </p:sp>
      <p:sp>
        <p:nvSpPr>
          <p:cNvPr id="13" name="TextBox 23">
            <a:extLst xmlns:a="http://schemas.openxmlformats.org/drawingml/2006/main">
              <a:ext uri="{FF2B5EF4-FFF2-40B4-BE49-F238E27FC236}">
                <a16:creationId xmlns:a16="http://schemas.microsoft.com/office/drawing/2014/main" id="{6E2BB894-8571-491D-BDDD-F4F5C51D913E}"/>
              </a:ext>
            </a:extLst>
          </p:cNvPr>
          <p:cNvSpPr>
            <a:spLocks xmlns:a="http://schemas.openxmlformats.org/drawingml/2006/main" noGrp="1"/>
          </p:cNvSpPr>
          <p:nvPr/>
        </p:nvSpPr>
        <p:spPr>
          <a:xfrm xmlns:a="http://schemas.openxmlformats.org/drawingml/2006/main">
            <a:off x="2685983" y="4321153"/>
            <a:ext cx="1289613" cy="196845"/>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buNone/>
            </a:pPr>
            <a:r>
              <a:rPr sz="1300" b="1">
                <a:solidFill>
                  <a:srgbClr val="00A99D"/>
                </a:solidFill>
                <a:latin typeface="Arial"/>
                <a:ea typeface="Arial"/>
                <a:cs typeface="Arial"/>
              </a:rPr>
              <a:t>TENANT A</a:t>
            </a:r>
            <a:endParaRPr sz="1300"/>
          </a:p>
        </p:txBody>
      </p:sp>
      <p:sp>
        <p:nvSpPr>
          <p:cNvPr id="14" name="TextBox 25">
            <a:extLst xmlns:a="http://schemas.openxmlformats.org/drawingml/2006/main">
              <a:ext uri="{FF2B5EF4-FFF2-40B4-BE49-F238E27FC236}">
                <a16:creationId xmlns:a16="http://schemas.microsoft.com/office/drawing/2014/main" id="{A04D9B9D-B69E-4027-9029-CFCC23F072B4}"/>
              </a:ext>
            </a:extLst>
          </p:cNvPr>
          <p:cNvSpPr>
            <a:spLocks xmlns:a="http://schemas.openxmlformats.org/drawingml/2006/main" noGrp="1"/>
          </p:cNvSpPr>
          <p:nvPr/>
        </p:nvSpPr>
        <p:spPr>
          <a:xfrm xmlns:a="http://schemas.openxmlformats.org/drawingml/2006/main">
            <a:off x="3975596" y="4152882"/>
            <a:ext cx="2210836" cy="533387"/>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buNone/>
            </a:pPr>
            <a:r>
              <a:rPr sz="1800" b="1">
                <a:solidFill>
                  <a:srgbClr val="FFFFFF"/>
                </a:solidFill>
                <a:latin typeface="Arial"/>
                <a:ea typeface="Arial"/>
                <a:cs typeface="Arial"/>
              </a:rPr>
              <a:t>session · run · events</a:t>
            </a:r>
            <a:endParaRPr sz="1800"/>
          </a:p>
        </p:txBody>
      </p:sp>
      <p:sp>
        <p:nvSpPr>
          <p:cNvPr id="15" name="TextBox 27">
            <a:extLst xmlns:a="http://schemas.openxmlformats.org/drawingml/2006/main">
              <a:ext uri="{FF2B5EF4-FFF2-40B4-BE49-F238E27FC236}">
                <a16:creationId xmlns:a16="http://schemas.microsoft.com/office/drawing/2014/main" id="{943F092A-1842-4D54-AC13-2834BA1AB0AC}"/>
              </a:ext>
            </a:extLst>
          </p:cNvPr>
          <p:cNvSpPr>
            <a:spLocks xmlns:a="http://schemas.openxmlformats.org/drawingml/2006/main" noGrp="1"/>
          </p:cNvSpPr>
          <p:nvPr/>
        </p:nvSpPr>
        <p:spPr>
          <a:xfrm xmlns:a="http://schemas.openxmlformats.org/drawingml/2006/main">
            <a:off x="6186432" y="4327503"/>
            <a:ext cx="982539" cy="184145"/>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r">
              <a:buNone/>
            </a:pPr>
            <a:r>
              <a:rPr sz="1250">
                <a:solidFill>
                  <a:srgbClr val="B8C3C1"/>
                </a:solidFill>
                <a:latin typeface="Arial"/>
                <a:ea typeface="Arial"/>
                <a:cs typeface="Arial"/>
              </a:rPr>
              <a:t>memory</a:t>
            </a:r>
            <a:endParaRPr sz="1250"/>
          </a:p>
        </p:txBody>
      </p:sp>
      <p:sp>
        <p:nvSpPr>
          <p:cNvPr id="16" name="Shape 33">
            <a:extLst xmlns:a="http://schemas.openxmlformats.org/drawingml/2006/main">
              <a:ext uri="{FF2B5EF4-FFF2-40B4-BE49-F238E27FC236}">
                <a16:creationId xmlns:a16="http://schemas.microsoft.com/office/drawing/2014/main" id="{FD35BAE6-DC6F-436C-9FFE-594AD10F9084}"/>
              </a:ext>
            </a:extLst>
          </p:cNvPr>
          <p:cNvSpPr>
            <a:spLocks xmlns:a="http://schemas.openxmlformats.org/drawingml/2006/main" noGrp="1"/>
          </p:cNvSpPr>
          <p:nvPr/>
        </p:nvSpPr>
        <p:spPr>
          <a:xfrm xmlns:a="http://schemas.openxmlformats.org/drawingml/2006/main">
            <a:off x="9893053" y="2603521"/>
            <a:ext cx="1714457" cy="1714457"/>
          </a:xfrm>
          <a:prstGeom xmlns:a="http://schemas.openxmlformats.org/drawingml/2006/main" prst="ellipse">
            <a:avLst/>
          </a:prstGeom>
          <a:solidFill xmlns:a="http://schemas.openxmlformats.org/drawingml/2006/main">
            <a:srgbClr val="00A99D"/>
          </a:solidFill>
        </p:spPr>
      </p:sp>
      <p:sp>
        <p:nvSpPr>
          <p:cNvPr id="17" name="TextBox 35">
            <a:extLst xmlns:a="http://schemas.openxmlformats.org/drawingml/2006/main">
              <a:ext uri="{FF2B5EF4-FFF2-40B4-BE49-F238E27FC236}">
                <a16:creationId xmlns:a16="http://schemas.microsoft.com/office/drawing/2014/main" id="{B72F7E37-4626-44A0-9F24-5E38C3582248}"/>
              </a:ext>
            </a:extLst>
          </p:cNvPr>
          <p:cNvSpPr>
            <a:spLocks xmlns:a="http://schemas.openxmlformats.org/drawingml/2006/main" noGrp="1"/>
          </p:cNvSpPr>
          <p:nvPr/>
        </p:nvSpPr>
        <p:spPr>
          <a:xfrm xmlns:a="http://schemas.openxmlformats.org/drawingml/2006/main">
            <a:off x="10232769" y="2809295"/>
            <a:ext cx="1035024" cy="1302809"/>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ctr">
              <a:lnSpc>
                <a:spcPts val="3420"/>
              </a:lnSpc>
              <a:buNone/>
            </a:pPr>
            <a:r>
              <a:rPr sz="3600" b="1">
                <a:solidFill>
                  <a:srgbClr val="162A2D"/>
                </a:solidFill>
                <a:latin typeface="Arial"/>
                <a:ea typeface="Arial"/>
                <a:cs typeface="Arial"/>
              </a:rPr>
              <a:t>404</a:t>
            </a:r>
            <a:endParaRPr sz="3600"/>
          </a:p>
          <a:p xmlns:a="http://schemas.openxmlformats.org/drawingml/2006/main">
            <a:pPr marL="0" indent="0" algn="ctr">
              <a:lnSpc>
                <a:spcPts val="1282"/>
              </a:lnSpc>
              <a:buNone/>
            </a:pPr>
            <a:r>
              <a:rPr sz="1350" b="1" spc="50">
                <a:solidFill>
                  <a:srgbClr val="162A2D"/>
                </a:solidFill>
                <a:latin typeface="Arial"/>
                <a:ea typeface="Arial"/>
                <a:cs typeface="Arial"/>
              </a:rPr>
              <a:t>ACROSS</a:t>
            </a:r>
            <a:endParaRPr sz="3600"/>
          </a:p>
          <a:p xmlns:a="http://schemas.openxmlformats.org/drawingml/2006/main">
            <a:pPr marL="0" indent="0" algn="ctr">
              <a:lnSpc>
                <a:spcPts val="1282"/>
              </a:lnSpc>
              <a:buNone/>
            </a:pPr>
            <a:r>
              <a:rPr sz="1350" b="1" spc="50">
                <a:solidFill>
                  <a:srgbClr val="162A2D"/>
                </a:solidFill>
                <a:latin typeface="Arial"/>
                <a:ea typeface="Arial"/>
                <a:cs typeface="Arial"/>
              </a:rPr>
              <a:t>BOUNDARY</a:t>
            </a:r>
            <a:endParaRPr sz="3600"/>
          </a:p>
        </p:txBody>
      </p:sp>
      <p:sp>
        <p:nvSpPr>
          <p:cNvPr id="18" name="Shape 38">
            <a:extLst xmlns:a="http://schemas.openxmlformats.org/drawingml/2006/main">
              <a:ext uri="{FF2B5EF4-FFF2-40B4-BE49-F238E27FC236}">
                <a16:creationId xmlns:a16="http://schemas.microsoft.com/office/drawing/2014/main" id="{85236DBD-686C-4098-8F67-AE39EDDC889E}"/>
              </a:ext>
            </a:extLst>
          </p:cNvPr>
          <p:cNvSpPr>
            <a:spLocks xmlns:a="http://schemas.openxmlformats.org/drawingml/2006/main" noGrp="1"/>
          </p:cNvSpPr>
          <p:nvPr/>
        </p:nvSpPr>
        <p:spPr>
          <a:xfrm xmlns:a="http://schemas.openxmlformats.org/drawingml/2006/main">
            <a:off x="9766056" y="4470374"/>
            <a:ext cx="1841454" cy="1206470"/>
          </a:xfrm>
          <a:prstGeom xmlns:a="http://schemas.openxmlformats.org/drawingml/2006/main" prst="rect">
            <a:avLst/>
          </a:prstGeom>
          <a:noFill xmlns:a="http://schemas.openxmlformats.org/drawingml/2006/main"/>
        </p:spPr>
      </p:sp>
      <p:pic>
        <p:nvPicPr>
          <p:cNvPr id="42" name="Picture 38"/>
          <p:cNvPicPr>
            <a:picLocks xmlns:a="http://schemas.openxmlformats.org/drawingml/2006/main" noChangeAspect="1"/>
          </p:cNvPicPr>
          <p:nvPr/>
        </p:nvPicPr>
        <p:blipFill>
          <a:blip xmlns:r="http://schemas.openxmlformats.org/officeDocument/2006/relationships" xmlns:a="http://schemas.openxmlformats.org/drawingml/2006/main" r:embed="Rd8bb989030cd4e45">
            <a:extLst>
              <a:ext uri="{96DAC541-7B7A-43D3-8B79-37D633B846F1}">
                <asvg:svgBlip xmlns:asvg="http://schemas.microsoft.com/office/drawing/2016/SVG/main" r:embed="R21e264ec6fdf47d2"/>
              </a:ext>
            </a:extLst>
          </a:blip>
          <a:stretch xmlns:a="http://schemas.openxmlformats.org/drawingml/2006/main">
            <a:fillRect l="0" t="0" r="0" b="0"/>
          </a:stretch>
        </p:blipFill>
        <p:spPr>
          <a:xfrm xmlns:a="http://schemas.openxmlformats.org/drawingml/2006/main">
            <a:off x="9766056" y="4470374"/>
            <a:ext cx="1841454" cy="1206470"/>
          </a:xfrm>
          <a:prstGeom xmlns:a="http://schemas.openxmlformats.org/drawingml/2006/main" prst="rect">
            <a:avLst/>
          </a:prstGeom>
        </p:spPr>
      </p:pic>
      <p:sp>
        <p:nvSpPr>
          <p:cNvPr id="20" name="TextBox 40">
            <a:extLst xmlns:a="http://schemas.openxmlformats.org/drawingml/2006/main">
              <a:ext uri="{FF2B5EF4-FFF2-40B4-BE49-F238E27FC236}">
                <a16:creationId xmlns:a16="http://schemas.microsoft.com/office/drawing/2014/main" id="{98C387F3-2995-4336-9184-1CB692D84B1D}"/>
              </a:ext>
            </a:extLst>
          </p:cNvPr>
          <p:cNvSpPr>
            <a:spLocks xmlns:a="http://schemas.openxmlformats.org/drawingml/2006/main" noGrp="1"/>
          </p:cNvSpPr>
          <p:nvPr/>
        </p:nvSpPr>
        <p:spPr>
          <a:xfrm xmlns:a="http://schemas.openxmlformats.org/drawingml/2006/main">
            <a:off x="9969251" y="4470374"/>
            <a:ext cx="1638259" cy="355591"/>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buNone/>
            </a:pPr>
            <a:r>
              <a:rPr sz="1200" b="1">
                <a:solidFill>
                  <a:srgbClr val="162A2D"/>
                </a:solidFill>
                <a:latin typeface="Arial"/>
                <a:ea typeface="Arial"/>
                <a:cs typeface="Arial"/>
              </a:rPr>
              <a:t>The same scope protects:</a:t>
            </a:r>
            <a:endParaRPr sz="1200"/>
          </a:p>
        </p:txBody>
      </p:sp>
      <p:sp>
        <p:nvSpPr>
          <p:cNvPr id="21" name="TextBox 42">
            <a:extLst xmlns:a="http://schemas.openxmlformats.org/drawingml/2006/main">
              <a:ext uri="{FF2B5EF4-FFF2-40B4-BE49-F238E27FC236}">
                <a16:creationId xmlns:a16="http://schemas.microsoft.com/office/drawing/2014/main" id="{D2B8CA71-06A7-43D9-A29F-A76135DDB19E}"/>
              </a:ext>
            </a:extLst>
          </p:cNvPr>
          <p:cNvSpPr>
            <a:spLocks xmlns:a="http://schemas.openxmlformats.org/drawingml/2006/main" noGrp="1"/>
          </p:cNvSpPr>
          <p:nvPr/>
        </p:nvSpPr>
        <p:spPr>
          <a:xfrm xmlns:a="http://schemas.openxmlformats.org/drawingml/2006/main">
            <a:off x="9969251" y="4914863"/>
            <a:ext cx="1638259" cy="642921"/>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lnSpc>
                <a:spcPts val="1687"/>
              </a:lnSpc>
              <a:buNone/>
            </a:pPr>
            <a:r>
              <a:rPr sz="1250">
                <a:solidFill>
                  <a:srgbClr val="5E6D6C"/>
                </a:solidFill>
                <a:latin typeface="Arial"/>
                <a:ea typeface="Arial"/>
                <a:cs typeface="Arial"/>
              </a:rPr>
              <a:t>status · SSE · cancel</a:t>
            </a:r>
            <a:endParaRPr sz="1250"/>
          </a:p>
          <a:p xmlns:a="http://schemas.openxmlformats.org/drawingml/2006/main">
            <a:pPr marL="0" indent="0" algn="l">
              <a:lnSpc>
                <a:spcPts val="1687"/>
              </a:lnSpc>
              <a:buNone/>
            </a:pPr>
            <a:r>
              <a:rPr sz="1250">
                <a:solidFill>
                  <a:srgbClr val="5E6D6C"/>
                </a:solidFill>
                <a:latin typeface="Arial"/>
                <a:ea typeface="Arial"/>
                <a:cs typeface="Arial"/>
              </a:rPr>
              <a:t>results · memory · quota</a:t>
            </a:r>
            <a:endParaRPr sz="1250"/>
          </a:p>
        </p:txBody>
      </p:sp>
      <p:sp>
        <p:nvSpPr>
          <p:cNvPr id="22" name="TextBox 45">
            <a:extLst xmlns:a="http://schemas.openxmlformats.org/drawingml/2006/main">
              <a:ext uri="{FF2B5EF4-FFF2-40B4-BE49-F238E27FC236}">
                <a16:creationId xmlns:a16="http://schemas.microsoft.com/office/drawing/2014/main" id="{E2A33EE9-FF7C-4621-AB46-04C2F06B6FAD}"/>
              </a:ext>
            </a:extLst>
          </p:cNvPr>
          <p:cNvSpPr>
            <a:spLocks xmlns:a="http://schemas.openxmlformats.org/drawingml/2006/main" noGrp="1"/>
          </p:cNvSpPr>
          <p:nvPr/>
        </p:nvSpPr>
        <p:spPr>
          <a:xfrm xmlns:a="http://schemas.openxmlformats.org/drawingml/2006/main">
            <a:off x="584185" y="6311828"/>
            <a:ext cx="7048324" cy="266693"/>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buNone/>
            </a:pPr>
            <a:r>
              <a:rPr sz="1200">
                <a:solidFill>
                  <a:srgbClr val="5E6D6C"/>
                </a:solidFill>
                <a:latin typeface="Arial"/>
                <a:ea typeface="Arial"/>
                <a:cs typeface="Arial"/>
              </a:rPr>
              <a:t>Opaque IDs do not replace authorization; every read carries scope.</a:t>
            </a:r>
            <a:endParaRPr sz="1200"/>
          </a:p>
        </p:txBody>
      </p:sp>
      <p:sp>
        <p:nvSpPr>
          <p:cNvPr id="23" name="TextBox 47">
            <a:extLst xmlns:a="http://schemas.openxmlformats.org/drawingml/2006/main">
              <a:ext uri="{FF2B5EF4-FFF2-40B4-BE49-F238E27FC236}">
                <a16:creationId xmlns:a16="http://schemas.microsoft.com/office/drawing/2014/main" id="{34A667D1-94CE-4684-8393-F3BDBC5EF3C5}"/>
              </a:ext>
            </a:extLst>
          </p:cNvPr>
          <p:cNvSpPr>
            <a:spLocks xmlns:a="http://schemas.openxmlformats.org/drawingml/2006/main" noGrp="1"/>
          </p:cNvSpPr>
          <p:nvPr/>
        </p:nvSpPr>
        <p:spPr>
          <a:xfrm xmlns:a="http://schemas.openxmlformats.org/drawingml/2006/main">
            <a:off x="11099523" y="6349927"/>
            <a:ext cx="507987" cy="253994"/>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r">
              <a:buNone/>
            </a:pPr>
            <a:r>
              <a:rPr sz="1200">
                <a:solidFill>
                  <a:srgbClr val="00A99D"/>
                </a:solidFill>
                <a:latin typeface="Arial"/>
                <a:ea typeface="Arial"/>
                <a:cs typeface="Arial"/>
              </a:rPr>
              <a:t>07</a:t>
            </a:r>
            <a:endParaRPr sz="1200"/>
          </a:p>
        </p:txBody>
      </p:sp>
    </p:spTree>
    <p:extLst>
      <p:ext uri="{BB962C8B-B14F-4D97-AF65-F5344CB8AC3E}">
        <p14:creationId xmlns:p14="http://schemas.microsoft.com/office/powerpoint/2010/main" val="859009459"/>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sp>
        <p:nvSpPr>
          <p:cNvPr id="2" name="Shape 1">
            <a:extLst xmlns:a="http://schemas.openxmlformats.org/drawingml/2006/main">
              <a:ext uri="{FF2B5EF4-FFF2-40B4-BE49-F238E27FC236}">
                <a16:creationId xmlns:a16="http://schemas.microsoft.com/office/drawing/2014/main" id="{B6523D31-ED40-4764-B858-51F36F997A5D}"/>
              </a:ext>
            </a:extLst>
          </p:cNvPr>
          <p:cNvSpPr>
            <a:spLocks xmlns:a="http://schemas.openxmlformats.org/drawingml/2006/main" noGrp="1"/>
          </p:cNvSpPr>
          <p:nvPr/>
        </p:nvSpPr>
        <p:spPr>
          <a:xfrm xmlns:a="http://schemas.openxmlformats.org/drawingml/2006/main">
            <a:off x="0" y="86"/>
            <a:ext cx="12191695" cy="6857829"/>
          </a:xfrm>
          <a:prstGeom xmlns:a="http://schemas.openxmlformats.org/drawingml/2006/main" prst="rect">
            <a:avLst/>
          </a:prstGeom>
          <a:solidFill xmlns:a="http://schemas.openxmlformats.org/drawingml/2006/main">
            <a:srgbClr val="FFFFFF"/>
          </a:solidFill>
        </p:spPr>
      </p:sp>
      <p:sp>
        <p:nvSpPr>
          <p:cNvPr id="3" name="TextBox 3">
            <a:extLst xmlns:a="http://schemas.openxmlformats.org/drawingml/2006/main">
              <a:ext uri="{FF2B5EF4-FFF2-40B4-BE49-F238E27FC236}">
                <a16:creationId xmlns:a16="http://schemas.microsoft.com/office/drawing/2014/main" id="{7CE63872-01A9-43D2-9763-435F6004779A}"/>
              </a:ext>
            </a:extLst>
          </p:cNvPr>
          <p:cNvSpPr>
            <a:spLocks xmlns:a="http://schemas.openxmlformats.org/drawingml/2006/main" noGrp="1"/>
          </p:cNvSpPr>
          <p:nvPr/>
        </p:nvSpPr>
        <p:spPr>
          <a:xfrm xmlns:a="http://schemas.openxmlformats.org/drawingml/2006/main">
            <a:off x="584185" y="457274"/>
            <a:ext cx="2476438" cy="215895"/>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buNone/>
            </a:pPr>
            <a:r>
              <a:rPr sz="1000" b="1" spc="200">
                <a:solidFill>
                  <a:srgbClr val="00A99D"/>
                </a:solidFill>
                <a:latin typeface="Arial"/>
                <a:ea typeface="Arial"/>
                <a:cs typeface="Arial"/>
              </a:rPr>
              <a:t>TASK 03 · SOFTWARE SUPPLY CHAIN</a:t>
            </a:r>
            <a:endParaRPr sz="1000"/>
          </a:p>
        </p:txBody>
      </p:sp>
      <p:sp>
        <p:nvSpPr>
          <p:cNvPr id="4" name="TextBox 5">
            <a:extLst xmlns:a="http://schemas.openxmlformats.org/drawingml/2006/main">
              <a:ext uri="{FF2B5EF4-FFF2-40B4-BE49-F238E27FC236}">
                <a16:creationId xmlns:a16="http://schemas.microsoft.com/office/drawing/2014/main" id="{E55EFE47-820A-4F9F-AE19-E49750FC8ADF}"/>
              </a:ext>
            </a:extLst>
          </p:cNvPr>
          <p:cNvSpPr>
            <a:spLocks xmlns:a="http://schemas.openxmlformats.org/drawingml/2006/main" noGrp="1"/>
          </p:cNvSpPr>
          <p:nvPr/>
        </p:nvSpPr>
        <p:spPr>
          <a:xfrm xmlns:a="http://schemas.openxmlformats.org/drawingml/2006/main">
            <a:off x="584185" y="812865"/>
            <a:ext cx="9842254" cy="698483"/>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lnSpc>
                <a:spcPts val="3672"/>
              </a:lnSpc>
              <a:buNone/>
            </a:pPr>
            <a:r>
              <a:rPr sz="3400" spc="-150">
                <a:solidFill>
                  <a:srgbClr val="162A2D"/>
                </a:solidFill>
                <a:latin typeface="Arial"/>
                <a:ea typeface="Arial"/>
                <a:cs typeface="Arial"/>
              </a:rPr>
              <a:t>Promote evidence, not image tags</a:t>
            </a:r>
            <a:endParaRPr sz="3400"/>
          </a:p>
        </p:txBody>
      </p:sp>
      <p:sp>
        <p:nvSpPr>
          <p:cNvPr id="5" name="TextBox 7">
            <a:extLst xmlns:a="http://schemas.openxmlformats.org/drawingml/2006/main">
              <a:ext uri="{FF2B5EF4-FFF2-40B4-BE49-F238E27FC236}">
                <a16:creationId xmlns:a16="http://schemas.microsoft.com/office/drawing/2014/main" id="{92954631-C0F7-4101-A97A-7399318FFE19}"/>
              </a:ext>
            </a:extLst>
          </p:cNvPr>
          <p:cNvSpPr>
            <a:spLocks xmlns:a="http://schemas.openxmlformats.org/drawingml/2006/main" noGrp="1"/>
          </p:cNvSpPr>
          <p:nvPr/>
        </p:nvSpPr>
        <p:spPr>
          <a:xfrm xmlns:a="http://schemas.openxmlformats.org/drawingml/2006/main">
            <a:off x="8940576" y="901763"/>
            <a:ext cx="2666933" cy="533387"/>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lnSpc>
                <a:spcPts val="1822"/>
              </a:lnSpc>
              <a:buNone/>
            </a:pPr>
            <a:r>
              <a:rPr sz="1350">
                <a:solidFill>
                  <a:srgbClr val="5E6D6C"/>
                </a:solidFill>
                <a:latin typeface="Arial"/>
                <a:ea typeface="Arial"/>
                <a:cs typeface="Arial"/>
              </a:rPr>
              <a:t>The artifact that passed</a:t>
            </a:r>
            <a:endParaRPr sz="1350"/>
          </a:p>
          <a:p xmlns:a="http://schemas.openxmlformats.org/drawingml/2006/main">
            <a:pPr marL="0" indent="0" algn="l">
              <a:lnSpc>
                <a:spcPts val="1822"/>
              </a:lnSpc>
              <a:buNone/>
            </a:pPr>
            <a:r>
              <a:rPr sz="1350">
                <a:solidFill>
                  <a:srgbClr val="5E6D6C"/>
                </a:solidFill>
                <a:latin typeface="Arial"/>
                <a:ea typeface="Arial"/>
                <a:cs typeface="Arial"/>
              </a:rPr>
              <a:t>is the artifact that ships.</a:t>
            </a:r>
            <a:endParaRPr sz="1350"/>
          </a:p>
        </p:txBody>
      </p:sp>
      <p:sp>
        <p:nvSpPr>
          <p:cNvPr id="6" name="Shape 9">
            <a:extLst xmlns:a="http://schemas.openxmlformats.org/drawingml/2006/main">
              <a:ext uri="{FF2B5EF4-FFF2-40B4-BE49-F238E27FC236}">
                <a16:creationId xmlns:a16="http://schemas.microsoft.com/office/drawing/2014/main" id="{CE9148AD-EA1C-4708-B3AC-93E35FFE3419}"/>
              </a:ext>
            </a:extLst>
          </p:cNvPr>
          <p:cNvSpPr>
            <a:spLocks xmlns:a="http://schemas.openxmlformats.org/drawingml/2006/main" noGrp="1"/>
          </p:cNvSpPr>
          <p:nvPr/>
        </p:nvSpPr>
        <p:spPr>
          <a:xfrm xmlns:a="http://schemas.openxmlformats.org/drawingml/2006/main">
            <a:off x="584185" y="2095533"/>
            <a:ext cx="11023324" cy="1333467"/>
          </a:xfrm>
          <a:prstGeom xmlns:a="http://schemas.openxmlformats.org/drawingml/2006/main" prst="roundRect">
            <a:avLst>
              <a:gd name="adj" fmla="val 19048"/>
            </a:avLst>
          </a:prstGeom>
          <a:solidFill xmlns:a="http://schemas.openxmlformats.org/drawingml/2006/main">
            <a:srgbClr val="162A2D"/>
          </a:solidFill>
        </p:spPr>
      </p:sp>
      <p:sp>
        <p:nvSpPr>
          <p:cNvPr id="7" name="TextBox 13">
            <a:extLst xmlns:a="http://schemas.openxmlformats.org/drawingml/2006/main">
              <a:ext uri="{FF2B5EF4-FFF2-40B4-BE49-F238E27FC236}">
                <a16:creationId xmlns:a16="http://schemas.microsoft.com/office/drawing/2014/main" id="{4B97CB16-F765-4018-B38C-B3CB0C3D63F7}"/>
              </a:ext>
            </a:extLst>
          </p:cNvPr>
          <p:cNvSpPr>
            <a:spLocks xmlns:a="http://schemas.openxmlformats.org/drawingml/2006/main" noGrp="1"/>
          </p:cNvSpPr>
          <p:nvPr/>
        </p:nvSpPr>
        <p:spPr>
          <a:xfrm xmlns:a="http://schemas.openxmlformats.org/drawingml/2006/main">
            <a:off x="952476" y="2349527"/>
            <a:ext cx="2476438" cy="152396"/>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buNone/>
            </a:pPr>
            <a:r>
              <a:rPr sz="1050" b="1" spc="150">
                <a:solidFill>
                  <a:srgbClr val="00A99D"/>
                </a:solidFill>
                <a:latin typeface="Arial"/>
                <a:ea typeface="Arial"/>
                <a:cs typeface="Arial"/>
              </a:rPr>
              <a:t>IDENTITY</a:t>
            </a:r>
            <a:endParaRPr sz="1050"/>
          </a:p>
        </p:txBody>
      </p:sp>
      <p:sp>
        <p:nvSpPr>
          <p:cNvPr id="8" name="TextBox 15">
            <a:extLst xmlns:a="http://schemas.openxmlformats.org/drawingml/2006/main">
              <a:ext uri="{FF2B5EF4-FFF2-40B4-BE49-F238E27FC236}">
                <a16:creationId xmlns:a16="http://schemas.microsoft.com/office/drawing/2014/main" id="{335BB445-8810-47EA-B318-99958888A118}"/>
              </a:ext>
            </a:extLst>
          </p:cNvPr>
          <p:cNvSpPr>
            <a:spLocks xmlns:a="http://schemas.openxmlformats.org/drawingml/2006/main" noGrp="1"/>
          </p:cNvSpPr>
          <p:nvPr/>
        </p:nvSpPr>
        <p:spPr>
          <a:xfrm xmlns:a="http://schemas.openxmlformats.org/drawingml/2006/main">
            <a:off x="952476" y="2628920"/>
            <a:ext cx="2476438" cy="526243"/>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lnSpc>
                <a:spcPts val="2072"/>
              </a:lnSpc>
              <a:buNone/>
            </a:pPr>
            <a:r>
              <a:rPr sz="1850" b="1">
                <a:solidFill>
                  <a:srgbClr val="FFFFFF"/>
                </a:solidFill>
                <a:latin typeface="Arial"/>
                <a:ea typeface="Arial"/>
                <a:cs typeface="Arial"/>
              </a:rPr>
              <a:t>OIDC → short-lived</a:t>
            </a:r>
            <a:endParaRPr sz="1850"/>
          </a:p>
          <a:p xmlns:a="http://schemas.openxmlformats.org/drawingml/2006/main">
            <a:pPr marL="0" indent="0" algn="l">
              <a:lnSpc>
                <a:spcPts val="2072"/>
              </a:lnSpc>
              <a:buNone/>
            </a:pPr>
            <a:r>
              <a:rPr sz="1850" b="1">
                <a:solidFill>
                  <a:srgbClr val="FFFFFF"/>
                </a:solidFill>
                <a:latin typeface="Arial"/>
                <a:ea typeface="Arial"/>
                <a:cs typeface="Arial"/>
              </a:rPr>
              <a:t>deployer credential</a:t>
            </a:r>
            <a:endParaRPr sz="1850"/>
          </a:p>
        </p:txBody>
      </p:sp>
      <p:sp>
        <p:nvSpPr>
          <p:cNvPr id="9" name="TextBox 20">
            <a:extLst xmlns:a="http://schemas.openxmlformats.org/drawingml/2006/main">
              <a:ext uri="{FF2B5EF4-FFF2-40B4-BE49-F238E27FC236}">
                <a16:creationId xmlns:a16="http://schemas.microsoft.com/office/drawing/2014/main" id="{59F3453E-4409-472F-B652-86B9A7D40784}"/>
              </a:ext>
            </a:extLst>
          </p:cNvPr>
          <p:cNvSpPr>
            <a:spLocks xmlns:a="http://schemas.openxmlformats.org/drawingml/2006/main" noGrp="1"/>
          </p:cNvSpPr>
          <p:nvPr/>
        </p:nvSpPr>
        <p:spPr>
          <a:xfrm xmlns:a="http://schemas.openxmlformats.org/drawingml/2006/main">
            <a:off x="4609985" y="2670194"/>
            <a:ext cx="1714457" cy="196845"/>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buNone/>
            </a:pPr>
            <a:r>
              <a:rPr sz="1350">
                <a:solidFill>
                  <a:srgbClr val="B8C3C1"/>
                </a:solidFill>
                <a:latin typeface="Arial"/>
                <a:ea typeface="Arial"/>
                <a:cs typeface="Arial"/>
              </a:rPr>
              <a:t>Repository ID</a:t>
            </a:r>
            <a:endParaRPr sz="1350"/>
          </a:p>
        </p:txBody>
      </p:sp>
      <p:sp>
        <p:nvSpPr>
          <p:cNvPr id="10" name="TextBox 22">
            <a:extLst xmlns:a="http://schemas.openxmlformats.org/drawingml/2006/main">
              <a:ext uri="{FF2B5EF4-FFF2-40B4-BE49-F238E27FC236}">
                <a16:creationId xmlns:a16="http://schemas.microsoft.com/office/drawing/2014/main" id="{321C4C3D-413D-43E1-9DDC-C1A7F13B08D5}"/>
              </a:ext>
            </a:extLst>
          </p:cNvPr>
          <p:cNvSpPr>
            <a:spLocks xmlns:a="http://schemas.openxmlformats.org/drawingml/2006/main" noGrp="1"/>
          </p:cNvSpPr>
          <p:nvPr/>
        </p:nvSpPr>
        <p:spPr>
          <a:xfrm xmlns:a="http://schemas.openxmlformats.org/drawingml/2006/main">
            <a:off x="7054674" y="2670194"/>
            <a:ext cx="1714457" cy="196845"/>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buNone/>
            </a:pPr>
            <a:r>
              <a:rPr sz="1350">
                <a:solidFill>
                  <a:srgbClr val="B8C3C1"/>
                </a:solidFill>
                <a:latin typeface="Arial"/>
                <a:ea typeface="Arial"/>
                <a:cs typeface="Arial"/>
              </a:rPr>
              <a:t>protected branch</a:t>
            </a:r>
            <a:endParaRPr sz="1350"/>
          </a:p>
        </p:txBody>
      </p:sp>
      <p:sp>
        <p:nvSpPr>
          <p:cNvPr id="11" name="TextBox 24">
            <a:extLst xmlns:a="http://schemas.openxmlformats.org/drawingml/2006/main">
              <a:ext uri="{FF2B5EF4-FFF2-40B4-BE49-F238E27FC236}">
                <a16:creationId xmlns:a16="http://schemas.microsoft.com/office/drawing/2014/main" id="{07659672-A535-433B-9841-6696A170D705}"/>
              </a:ext>
            </a:extLst>
          </p:cNvPr>
          <p:cNvSpPr>
            <a:spLocks xmlns:a="http://schemas.openxmlformats.org/drawingml/2006/main" noGrp="1"/>
          </p:cNvSpPr>
          <p:nvPr/>
        </p:nvSpPr>
        <p:spPr>
          <a:xfrm xmlns:a="http://schemas.openxmlformats.org/drawingml/2006/main">
            <a:off x="9499363" y="2670194"/>
            <a:ext cx="1714457" cy="196845"/>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buNone/>
            </a:pPr>
            <a:r>
              <a:rPr sz="1350">
                <a:solidFill>
                  <a:srgbClr val="B8C3C1"/>
                </a:solidFill>
                <a:latin typeface="Arial"/>
                <a:ea typeface="Arial"/>
                <a:cs typeface="Arial"/>
              </a:rPr>
              <a:t>gcp-dev environment</a:t>
            </a:r>
            <a:endParaRPr sz="1350"/>
          </a:p>
        </p:txBody>
      </p:sp>
      <p:sp>
        <p:nvSpPr>
          <p:cNvPr id="12" name="Shape 28">
            <a:extLst xmlns:a="http://schemas.openxmlformats.org/drawingml/2006/main">
              <a:ext uri="{FF2B5EF4-FFF2-40B4-BE49-F238E27FC236}">
                <a16:creationId xmlns:a16="http://schemas.microsoft.com/office/drawing/2014/main" id="{7B7857C5-00F9-43C9-8A7C-AE4B400A60F2}"/>
              </a:ext>
            </a:extLst>
          </p:cNvPr>
          <p:cNvSpPr>
            <a:spLocks xmlns:a="http://schemas.openxmlformats.org/drawingml/2006/main" noGrp="1"/>
          </p:cNvSpPr>
          <p:nvPr/>
        </p:nvSpPr>
        <p:spPr>
          <a:xfrm xmlns:a="http://schemas.openxmlformats.org/drawingml/2006/main">
            <a:off x="838179" y="4508473"/>
            <a:ext cx="10159746" cy="63498"/>
          </a:xfrm>
          <a:prstGeom xmlns:a="http://schemas.openxmlformats.org/drawingml/2006/main" prst="roundRect">
            <a:avLst>
              <a:gd name="adj" fmla="val 50000"/>
            </a:avLst>
          </a:prstGeom>
          <a:solidFill xmlns:a="http://schemas.openxmlformats.org/drawingml/2006/main">
            <a:srgbClr val="C8D3D1"/>
          </a:solidFill>
        </p:spPr>
      </p:sp>
      <p:sp>
        <p:nvSpPr>
          <p:cNvPr id="13" name="Shape 30">
            <a:extLst xmlns:a="http://schemas.openxmlformats.org/drawingml/2006/main">
              <a:ext uri="{FF2B5EF4-FFF2-40B4-BE49-F238E27FC236}">
                <a16:creationId xmlns:a16="http://schemas.microsoft.com/office/drawing/2014/main" id="{A14D30FD-33B8-4AAA-B88A-80A799A28B36}"/>
              </a:ext>
            </a:extLst>
          </p:cNvPr>
          <p:cNvSpPr>
            <a:spLocks xmlns:a="http://schemas.openxmlformats.org/drawingml/2006/main" noGrp="1"/>
          </p:cNvSpPr>
          <p:nvPr/>
        </p:nvSpPr>
        <p:spPr>
          <a:xfrm xmlns:a="http://schemas.openxmlformats.org/drawingml/2006/main">
            <a:off x="838179" y="4508473"/>
            <a:ext cx="8381790" cy="63498"/>
          </a:xfrm>
          <a:prstGeom xmlns:a="http://schemas.openxmlformats.org/drawingml/2006/main" prst="roundRect">
            <a:avLst>
              <a:gd name="adj" fmla="val 50000"/>
            </a:avLst>
          </a:prstGeom>
          <a:solidFill xmlns:a="http://schemas.openxmlformats.org/drawingml/2006/main">
            <a:srgbClr val="00A99D"/>
          </a:solidFill>
        </p:spPr>
      </p:sp>
      <p:sp>
        <p:nvSpPr>
          <p:cNvPr id="14" name="TextBox 34">
            <a:extLst xmlns:a="http://schemas.openxmlformats.org/drawingml/2006/main">
              <a:ext uri="{FF2B5EF4-FFF2-40B4-BE49-F238E27FC236}">
                <a16:creationId xmlns:a16="http://schemas.microsoft.com/office/drawing/2014/main" id="{2D984D46-C5DA-4BC7-B893-9392E4E97972}"/>
              </a:ext>
            </a:extLst>
          </p:cNvPr>
          <p:cNvSpPr>
            <a:spLocks xmlns:a="http://schemas.openxmlformats.org/drawingml/2006/main" noGrp="1"/>
          </p:cNvSpPr>
          <p:nvPr/>
        </p:nvSpPr>
        <p:spPr>
          <a:xfrm xmlns:a="http://schemas.openxmlformats.org/drawingml/2006/main">
            <a:off x="584185" y="3905238"/>
            <a:ext cx="1492213" cy="469888"/>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buNone/>
            </a:pPr>
            <a:r>
              <a:rPr sz="3200" b="1">
                <a:solidFill>
                  <a:srgbClr val="00A99D"/>
                </a:solidFill>
                <a:latin typeface="Arial"/>
                <a:ea typeface="Arial"/>
                <a:cs typeface="Arial"/>
              </a:rPr>
              <a:t>01</a:t>
            </a:r>
            <a:endParaRPr sz="3200"/>
          </a:p>
        </p:txBody>
      </p:sp>
      <p:sp>
        <p:nvSpPr>
          <p:cNvPr id="15" name="TextBox 35">
            <a:extLst xmlns:a="http://schemas.openxmlformats.org/drawingml/2006/main">
              <a:ext uri="{FF2B5EF4-FFF2-40B4-BE49-F238E27FC236}">
                <a16:creationId xmlns:a16="http://schemas.microsoft.com/office/drawing/2014/main" id="{7A5D0923-B3B9-4683-93B0-F1FF4170DA38}"/>
              </a:ext>
            </a:extLst>
          </p:cNvPr>
          <p:cNvSpPr>
            <a:spLocks xmlns:a="http://schemas.openxmlformats.org/drawingml/2006/main" noGrp="1"/>
          </p:cNvSpPr>
          <p:nvPr/>
        </p:nvSpPr>
        <p:spPr>
          <a:xfrm xmlns:a="http://schemas.openxmlformats.org/drawingml/2006/main">
            <a:off x="584185" y="4375126"/>
            <a:ext cx="1492213" cy="438139"/>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lnSpc>
                <a:spcPts val="1725"/>
              </a:lnSpc>
              <a:buNone/>
            </a:pPr>
            <a:r>
              <a:rPr sz="1500" b="1">
                <a:solidFill>
                  <a:srgbClr val="162A2D"/>
                </a:solidFill>
                <a:latin typeface="Arial"/>
                <a:ea typeface="Arial"/>
                <a:cs typeface="Arial"/>
              </a:rPr>
              <a:t>Commit</a:t>
            </a:r>
            <a:endParaRPr sz="1500"/>
          </a:p>
          <a:p xmlns:a="http://schemas.openxmlformats.org/drawingml/2006/main">
            <a:pPr marL="0" indent="0" algn="l">
              <a:lnSpc>
                <a:spcPts val="1725"/>
              </a:lnSpc>
              <a:buNone/>
            </a:pPr>
            <a:r>
              <a:rPr sz="1500" b="1">
                <a:solidFill>
                  <a:srgbClr val="162A2D"/>
                </a:solidFill>
                <a:latin typeface="Arial"/>
                <a:ea typeface="Arial"/>
                <a:cs typeface="Arial"/>
              </a:rPr>
              <a:t>SHA</a:t>
            </a:r>
            <a:endParaRPr sz="1500"/>
          </a:p>
        </p:txBody>
      </p:sp>
      <p:sp>
        <p:nvSpPr>
          <p:cNvPr id="16" name="TextBox 40">
            <a:extLst xmlns:a="http://schemas.openxmlformats.org/drawingml/2006/main">
              <a:ext uri="{FF2B5EF4-FFF2-40B4-BE49-F238E27FC236}">
                <a16:creationId xmlns:a16="http://schemas.microsoft.com/office/drawing/2014/main" id="{04C4B753-B038-4001-A67C-689F56E8BE63}"/>
              </a:ext>
            </a:extLst>
          </p:cNvPr>
          <p:cNvSpPr>
            <a:spLocks xmlns:a="http://schemas.openxmlformats.org/drawingml/2006/main" noGrp="1"/>
          </p:cNvSpPr>
          <p:nvPr/>
        </p:nvSpPr>
        <p:spPr>
          <a:xfrm xmlns:a="http://schemas.openxmlformats.org/drawingml/2006/main">
            <a:off x="2489138" y="3905238"/>
            <a:ext cx="1492213" cy="469888"/>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buNone/>
            </a:pPr>
            <a:r>
              <a:rPr sz="3200" b="1">
                <a:solidFill>
                  <a:srgbClr val="00A99D"/>
                </a:solidFill>
                <a:latin typeface="Arial"/>
                <a:ea typeface="Arial"/>
                <a:cs typeface="Arial"/>
              </a:rPr>
              <a:t>02</a:t>
            </a:r>
            <a:endParaRPr sz="3200"/>
          </a:p>
        </p:txBody>
      </p:sp>
      <p:sp>
        <p:nvSpPr>
          <p:cNvPr id="17" name="TextBox 41">
            <a:extLst xmlns:a="http://schemas.openxmlformats.org/drawingml/2006/main">
              <a:ext uri="{FF2B5EF4-FFF2-40B4-BE49-F238E27FC236}">
                <a16:creationId xmlns:a16="http://schemas.microsoft.com/office/drawing/2014/main" id="{C55BB4B0-261D-48C0-94D7-BB79FF4CFF69}"/>
              </a:ext>
            </a:extLst>
          </p:cNvPr>
          <p:cNvSpPr>
            <a:spLocks xmlns:a="http://schemas.openxmlformats.org/drawingml/2006/main" noGrp="1"/>
          </p:cNvSpPr>
          <p:nvPr/>
        </p:nvSpPr>
        <p:spPr>
          <a:xfrm xmlns:a="http://schemas.openxmlformats.org/drawingml/2006/main">
            <a:off x="2489138" y="4375126"/>
            <a:ext cx="1492213" cy="438139"/>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lnSpc>
                <a:spcPts val="1725"/>
              </a:lnSpc>
              <a:buNone/>
            </a:pPr>
            <a:r>
              <a:rPr sz="1500" b="1">
                <a:solidFill>
                  <a:srgbClr val="162A2D"/>
                </a:solidFill>
                <a:latin typeface="Arial"/>
                <a:ea typeface="Arial"/>
                <a:cs typeface="Arial"/>
              </a:rPr>
              <a:t>Tests +</a:t>
            </a:r>
            <a:endParaRPr sz="1500"/>
          </a:p>
          <a:p xmlns:a="http://schemas.openxmlformats.org/drawingml/2006/main">
            <a:pPr marL="0" indent="0" algn="l">
              <a:lnSpc>
                <a:spcPts val="1725"/>
              </a:lnSpc>
              <a:buNone/>
            </a:pPr>
            <a:r>
              <a:rPr sz="1500" b="1">
                <a:solidFill>
                  <a:srgbClr val="162A2D"/>
                </a:solidFill>
                <a:latin typeface="Arial"/>
                <a:ea typeface="Arial"/>
                <a:cs typeface="Arial"/>
              </a:rPr>
              <a:t>contracts</a:t>
            </a:r>
            <a:endParaRPr sz="1500"/>
          </a:p>
        </p:txBody>
      </p:sp>
      <p:sp>
        <p:nvSpPr>
          <p:cNvPr id="18" name="TextBox 46">
            <a:extLst xmlns:a="http://schemas.openxmlformats.org/drawingml/2006/main">
              <a:ext uri="{FF2B5EF4-FFF2-40B4-BE49-F238E27FC236}">
                <a16:creationId xmlns:a16="http://schemas.microsoft.com/office/drawing/2014/main" id="{23614A39-9D85-4375-B8ED-DE8204163806}"/>
              </a:ext>
            </a:extLst>
          </p:cNvPr>
          <p:cNvSpPr>
            <a:spLocks xmlns:a="http://schemas.openxmlformats.org/drawingml/2006/main" noGrp="1"/>
          </p:cNvSpPr>
          <p:nvPr/>
        </p:nvSpPr>
        <p:spPr>
          <a:xfrm xmlns:a="http://schemas.openxmlformats.org/drawingml/2006/main">
            <a:off x="4394090" y="3905238"/>
            <a:ext cx="1492213" cy="469888"/>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buNone/>
            </a:pPr>
            <a:r>
              <a:rPr sz="3200" b="1">
                <a:solidFill>
                  <a:srgbClr val="00A99D"/>
                </a:solidFill>
                <a:latin typeface="Arial"/>
                <a:ea typeface="Arial"/>
                <a:cs typeface="Arial"/>
              </a:rPr>
              <a:t>03</a:t>
            </a:r>
            <a:endParaRPr sz="3200"/>
          </a:p>
        </p:txBody>
      </p:sp>
      <p:sp>
        <p:nvSpPr>
          <p:cNvPr id="19" name="TextBox 47">
            <a:extLst xmlns:a="http://schemas.openxmlformats.org/drawingml/2006/main">
              <a:ext uri="{FF2B5EF4-FFF2-40B4-BE49-F238E27FC236}">
                <a16:creationId xmlns:a16="http://schemas.microsoft.com/office/drawing/2014/main" id="{BE07028E-5BDD-4778-ABAF-BE3451497811}"/>
              </a:ext>
            </a:extLst>
          </p:cNvPr>
          <p:cNvSpPr>
            <a:spLocks xmlns:a="http://schemas.openxmlformats.org/drawingml/2006/main" noGrp="1"/>
          </p:cNvSpPr>
          <p:nvPr/>
        </p:nvSpPr>
        <p:spPr>
          <a:xfrm xmlns:a="http://schemas.openxmlformats.org/drawingml/2006/main">
            <a:off x="4394090" y="4375126"/>
            <a:ext cx="1492213" cy="438139"/>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lnSpc>
                <a:spcPts val="1725"/>
              </a:lnSpc>
              <a:buNone/>
            </a:pPr>
            <a:r>
              <a:rPr sz="1500" b="1">
                <a:solidFill>
                  <a:srgbClr val="162A2D"/>
                </a:solidFill>
                <a:latin typeface="Arial"/>
                <a:ea typeface="Arial"/>
                <a:cs typeface="Arial"/>
              </a:rPr>
              <a:t>Trivy +</a:t>
            </a:r>
            <a:endParaRPr sz="1500"/>
          </a:p>
          <a:p xmlns:a="http://schemas.openxmlformats.org/drawingml/2006/main">
            <a:pPr marL="0" indent="0" algn="l">
              <a:lnSpc>
                <a:spcPts val="1725"/>
              </a:lnSpc>
              <a:buNone/>
            </a:pPr>
            <a:r>
              <a:rPr sz="1500" b="1">
                <a:solidFill>
                  <a:srgbClr val="162A2D"/>
                </a:solidFill>
                <a:latin typeface="Arial"/>
                <a:ea typeface="Arial"/>
                <a:cs typeface="Arial"/>
              </a:rPr>
              <a:t>SBOM</a:t>
            </a:r>
            <a:endParaRPr sz="1500"/>
          </a:p>
        </p:txBody>
      </p:sp>
      <p:sp>
        <p:nvSpPr>
          <p:cNvPr id="20" name="Shape 50">
            <a:extLst xmlns:a="http://schemas.openxmlformats.org/drawingml/2006/main">
              <a:ext uri="{FF2B5EF4-FFF2-40B4-BE49-F238E27FC236}">
                <a16:creationId xmlns:a16="http://schemas.microsoft.com/office/drawing/2014/main" id="{2664B44D-7645-4655-8898-63128E759436}"/>
              </a:ext>
            </a:extLst>
          </p:cNvPr>
          <p:cNvSpPr>
            <a:spLocks xmlns:a="http://schemas.openxmlformats.org/drawingml/2006/main" noGrp="1"/>
          </p:cNvSpPr>
          <p:nvPr/>
        </p:nvSpPr>
        <p:spPr>
          <a:xfrm xmlns:a="http://schemas.openxmlformats.org/drawingml/2006/main">
            <a:off x="6299043" y="3714743"/>
            <a:ext cx="1809705" cy="1777956"/>
          </a:xfrm>
          <a:prstGeom xmlns:a="http://schemas.openxmlformats.org/drawingml/2006/main" prst="roundRect">
            <a:avLst>
              <a:gd name="adj" fmla="val 12143"/>
            </a:avLst>
          </a:prstGeom>
          <a:solidFill xmlns:a="http://schemas.openxmlformats.org/drawingml/2006/main">
            <a:srgbClr val="00A99D"/>
          </a:solidFill>
        </p:spPr>
      </p:sp>
      <p:sp>
        <p:nvSpPr>
          <p:cNvPr id="21" name="TextBox 52">
            <a:extLst xmlns:a="http://schemas.openxmlformats.org/drawingml/2006/main">
              <a:ext uri="{FF2B5EF4-FFF2-40B4-BE49-F238E27FC236}">
                <a16:creationId xmlns:a16="http://schemas.microsoft.com/office/drawing/2014/main" id="{2FE2DFAC-BEF2-485A-9B9B-09388D3F8AA6}"/>
              </a:ext>
            </a:extLst>
          </p:cNvPr>
          <p:cNvSpPr>
            <a:spLocks xmlns:a="http://schemas.openxmlformats.org/drawingml/2006/main" noGrp="1"/>
          </p:cNvSpPr>
          <p:nvPr/>
        </p:nvSpPr>
        <p:spPr>
          <a:xfrm xmlns:a="http://schemas.openxmlformats.org/drawingml/2006/main">
            <a:off x="6514937" y="3930637"/>
            <a:ext cx="1377916" cy="469888"/>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buNone/>
            </a:pPr>
            <a:r>
              <a:rPr sz="3200" b="1">
                <a:solidFill>
                  <a:srgbClr val="162A2D"/>
                </a:solidFill>
                <a:latin typeface="Arial"/>
                <a:ea typeface="Arial"/>
                <a:cs typeface="Arial"/>
              </a:rPr>
              <a:t>04</a:t>
            </a:r>
            <a:endParaRPr sz="3200"/>
          </a:p>
        </p:txBody>
      </p:sp>
      <p:sp>
        <p:nvSpPr>
          <p:cNvPr id="22" name="TextBox 53">
            <a:extLst xmlns:a="http://schemas.openxmlformats.org/drawingml/2006/main">
              <a:ext uri="{FF2B5EF4-FFF2-40B4-BE49-F238E27FC236}">
                <a16:creationId xmlns:a16="http://schemas.microsoft.com/office/drawing/2014/main" id="{916F2D41-48EA-4BE0-97B4-FA8BEC424964}"/>
              </a:ext>
            </a:extLst>
          </p:cNvPr>
          <p:cNvSpPr>
            <a:spLocks xmlns:a="http://schemas.openxmlformats.org/drawingml/2006/main" noGrp="1"/>
          </p:cNvSpPr>
          <p:nvPr/>
        </p:nvSpPr>
        <p:spPr>
          <a:xfrm xmlns:a="http://schemas.openxmlformats.org/drawingml/2006/main">
            <a:off x="6514937" y="4400526"/>
            <a:ext cx="1377916" cy="474849"/>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lnSpc>
                <a:spcPts val="1870"/>
              </a:lnSpc>
              <a:buNone/>
            </a:pPr>
            <a:r>
              <a:rPr sz="1700" b="1">
                <a:solidFill>
                  <a:srgbClr val="162A2D"/>
                </a:solidFill>
                <a:latin typeface="Arial"/>
                <a:ea typeface="Arial"/>
                <a:cs typeface="Arial"/>
              </a:rPr>
              <a:t>Immutable</a:t>
            </a:r>
            <a:endParaRPr sz="1700"/>
          </a:p>
          <a:p xmlns:a="http://schemas.openxmlformats.org/drawingml/2006/main">
            <a:pPr marL="0" indent="0" algn="l">
              <a:lnSpc>
                <a:spcPts val="1870"/>
              </a:lnSpc>
              <a:buNone/>
            </a:pPr>
            <a:r>
              <a:rPr sz="1700" b="1">
                <a:solidFill>
                  <a:srgbClr val="162A2D"/>
                </a:solidFill>
                <a:latin typeface="Arial"/>
                <a:ea typeface="Arial"/>
                <a:cs typeface="Arial"/>
              </a:rPr>
              <a:t>digest</a:t>
            </a:r>
            <a:endParaRPr sz="1700"/>
          </a:p>
        </p:txBody>
      </p:sp>
      <p:sp>
        <p:nvSpPr>
          <p:cNvPr id="23" name="TextBox 54">
            <a:extLst xmlns:a="http://schemas.openxmlformats.org/drawingml/2006/main">
              <a:ext uri="{FF2B5EF4-FFF2-40B4-BE49-F238E27FC236}">
                <a16:creationId xmlns:a16="http://schemas.microsoft.com/office/drawing/2014/main" id="{C0895C95-F689-4A54-9680-0CC21D9EDFCB}"/>
              </a:ext>
            </a:extLst>
          </p:cNvPr>
          <p:cNvSpPr>
            <a:spLocks xmlns:a="http://schemas.openxmlformats.org/drawingml/2006/main" noGrp="1"/>
          </p:cNvSpPr>
          <p:nvPr/>
        </p:nvSpPr>
        <p:spPr>
          <a:xfrm xmlns:a="http://schemas.openxmlformats.org/drawingml/2006/main">
            <a:off x="6514937" y="5002372"/>
            <a:ext cx="1377916" cy="165096"/>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buNone/>
            </a:pPr>
            <a:r>
              <a:rPr sz="1100">
                <a:solidFill>
                  <a:srgbClr val="162A2D"/>
                </a:solidFill>
                <a:latin typeface="Arial"/>
                <a:ea typeface="Arial"/>
                <a:cs typeface="Arial"/>
              </a:rPr>
              <a:t>Exact tested image</a:t>
            </a:r>
            <a:endParaRPr sz="1100"/>
          </a:p>
        </p:txBody>
      </p:sp>
      <p:sp>
        <p:nvSpPr>
          <p:cNvPr id="24" name="TextBox 59">
            <a:extLst xmlns:a="http://schemas.openxmlformats.org/drawingml/2006/main">
              <a:ext uri="{FF2B5EF4-FFF2-40B4-BE49-F238E27FC236}">
                <a16:creationId xmlns:a16="http://schemas.microsoft.com/office/drawing/2014/main" id="{165ECB71-C810-43F9-8FDF-45E14781FAC2}"/>
              </a:ext>
            </a:extLst>
          </p:cNvPr>
          <p:cNvSpPr>
            <a:spLocks xmlns:a="http://schemas.openxmlformats.org/drawingml/2006/main" noGrp="1"/>
          </p:cNvSpPr>
          <p:nvPr/>
        </p:nvSpPr>
        <p:spPr>
          <a:xfrm xmlns:a="http://schemas.openxmlformats.org/drawingml/2006/main">
            <a:off x="8521487" y="3905238"/>
            <a:ext cx="1492213" cy="469888"/>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buNone/>
            </a:pPr>
            <a:r>
              <a:rPr sz="3200" b="1">
                <a:solidFill>
                  <a:srgbClr val="00A99D"/>
                </a:solidFill>
                <a:latin typeface="Arial"/>
                <a:ea typeface="Arial"/>
                <a:cs typeface="Arial"/>
              </a:rPr>
              <a:t>05</a:t>
            </a:r>
            <a:endParaRPr sz="3200"/>
          </a:p>
        </p:txBody>
      </p:sp>
      <p:sp>
        <p:nvSpPr>
          <p:cNvPr id="25" name="TextBox 60">
            <a:extLst xmlns:a="http://schemas.openxmlformats.org/drawingml/2006/main">
              <a:ext uri="{FF2B5EF4-FFF2-40B4-BE49-F238E27FC236}">
                <a16:creationId xmlns:a16="http://schemas.microsoft.com/office/drawing/2014/main" id="{C060E226-4728-4577-805D-B7E626A8A867}"/>
              </a:ext>
            </a:extLst>
          </p:cNvPr>
          <p:cNvSpPr>
            <a:spLocks xmlns:a="http://schemas.openxmlformats.org/drawingml/2006/main" noGrp="1"/>
          </p:cNvSpPr>
          <p:nvPr/>
        </p:nvSpPr>
        <p:spPr>
          <a:xfrm xmlns:a="http://schemas.openxmlformats.org/drawingml/2006/main">
            <a:off x="8521487" y="4375126"/>
            <a:ext cx="1492213" cy="438139"/>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lnSpc>
                <a:spcPts val="1725"/>
              </a:lnSpc>
              <a:buNone/>
            </a:pPr>
            <a:r>
              <a:rPr sz="1500" b="1">
                <a:solidFill>
                  <a:srgbClr val="162A2D"/>
                </a:solidFill>
                <a:latin typeface="Arial"/>
                <a:ea typeface="Arial"/>
                <a:cs typeface="Arial"/>
              </a:rPr>
              <a:t>Binary</a:t>
            </a:r>
            <a:endParaRPr sz="1500"/>
          </a:p>
          <a:p xmlns:a="http://schemas.openxmlformats.org/drawingml/2006/main">
            <a:pPr marL="0" indent="0" algn="l">
              <a:lnSpc>
                <a:spcPts val="1725"/>
              </a:lnSpc>
              <a:buNone/>
            </a:pPr>
            <a:r>
              <a:rPr sz="1500" b="1">
                <a:solidFill>
                  <a:srgbClr val="162A2D"/>
                </a:solidFill>
                <a:latin typeface="Arial"/>
                <a:ea typeface="Arial"/>
                <a:cs typeface="Arial"/>
              </a:rPr>
              <a:t>plan</a:t>
            </a:r>
            <a:endParaRPr sz="1500"/>
          </a:p>
        </p:txBody>
      </p:sp>
      <p:sp>
        <p:nvSpPr>
          <p:cNvPr id="26" name="TextBox 65">
            <a:extLst xmlns:a="http://schemas.openxmlformats.org/drawingml/2006/main">
              <a:ext uri="{FF2B5EF4-FFF2-40B4-BE49-F238E27FC236}">
                <a16:creationId xmlns:a16="http://schemas.microsoft.com/office/drawing/2014/main" id="{4DE95D9F-A7C7-45EE-9DB8-D39DAD19A2F8}"/>
              </a:ext>
            </a:extLst>
          </p:cNvPr>
          <p:cNvSpPr>
            <a:spLocks xmlns:a="http://schemas.openxmlformats.org/drawingml/2006/main" noGrp="1"/>
          </p:cNvSpPr>
          <p:nvPr/>
        </p:nvSpPr>
        <p:spPr>
          <a:xfrm xmlns:a="http://schemas.openxmlformats.org/drawingml/2006/main">
            <a:off x="10337542" y="3905238"/>
            <a:ext cx="1269968" cy="469888"/>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r">
              <a:buNone/>
            </a:pPr>
            <a:r>
              <a:rPr sz="3200" b="1">
                <a:solidFill>
                  <a:srgbClr val="00A99D"/>
                </a:solidFill>
                <a:latin typeface="Arial"/>
                <a:ea typeface="Arial"/>
                <a:cs typeface="Arial"/>
              </a:rPr>
              <a:t>06</a:t>
            </a:r>
            <a:endParaRPr sz="3200"/>
          </a:p>
        </p:txBody>
      </p:sp>
      <p:sp>
        <p:nvSpPr>
          <p:cNvPr id="27" name="TextBox 66">
            <a:extLst xmlns:a="http://schemas.openxmlformats.org/drawingml/2006/main">
              <a:ext uri="{FF2B5EF4-FFF2-40B4-BE49-F238E27FC236}">
                <a16:creationId xmlns:a16="http://schemas.microsoft.com/office/drawing/2014/main" id="{9B3CA4A2-40E7-49E6-B2B9-EA21C241BD6D}"/>
              </a:ext>
            </a:extLst>
          </p:cNvPr>
          <p:cNvSpPr>
            <a:spLocks xmlns:a="http://schemas.openxmlformats.org/drawingml/2006/main" noGrp="1"/>
          </p:cNvSpPr>
          <p:nvPr/>
        </p:nvSpPr>
        <p:spPr>
          <a:xfrm xmlns:a="http://schemas.openxmlformats.org/drawingml/2006/main">
            <a:off x="10337542" y="4375126"/>
            <a:ext cx="1269968" cy="438139"/>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r">
              <a:lnSpc>
                <a:spcPts val="1725"/>
              </a:lnSpc>
              <a:buNone/>
            </a:pPr>
            <a:r>
              <a:rPr sz="1500" b="1">
                <a:solidFill>
                  <a:srgbClr val="162A2D"/>
                </a:solidFill>
                <a:latin typeface="Arial"/>
                <a:ea typeface="Arial"/>
                <a:cs typeface="Arial"/>
              </a:rPr>
              <a:t>Apply +</a:t>
            </a:r>
            <a:endParaRPr sz="1500"/>
          </a:p>
          <a:p xmlns:a="http://schemas.openxmlformats.org/drawingml/2006/main">
            <a:pPr marL="0" indent="0" algn="r">
              <a:lnSpc>
                <a:spcPts val="1725"/>
              </a:lnSpc>
              <a:buNone/>
            </a:pPr>
            <a:r>
              <a:rPr sz="1500" b="1">
                <a:solidFill>
                  <a:srgbClr val="162A2D"/>
                </a:solidFill>
                <a:latin typeface="Arial"/>
                <a:ea typeface="Arial"/>
                <a:cs typeface="Arial"/>
              </a:rPr>
              <a:t>verify</a:t>
            </a:r>
            <a:endParaRPr sz="1500"/>
          </a:p>
        </p:txBody>
      </p:sp>
      <p:sp>
        <p:nvSpPr>
          <p:cNvPr id="28" name="Shape 69">
            <a:extLst xmlns:a="http://schemas.openxmlformats.org/drawingml/2006/main">
              <a:ext uri="{FF2B5EF4-FFF2-40B4-BE49-F238E27FC236}">
                <a16:creationId xmlns:a16="http://schemas.microsoft.com/office/drawing/2014/main" id="{D24C0EC9-5C73-40F1-9D11-ABC4ACBFDAC2}"/>
              </a:ext>
            </a:extLst>
          </p:cNvPr>
          <p:cNvSpPr>
            <a:spLocks xmlns:a="http://schemas.openxmlformats.org/drawingml/2006/main" noGrp="1"/>
          </p:cNvSpPr>
          <p:nvPr/>
        </p:nvSpPr>
        <p:spPr>
          <a:xfrm xmlns:a="http://schemas.openxmlformats.org/drawingml/2006/main">
            <a:off x="584185" y="5803841"/>
            <a:ext cx="11023324" cy="660383"/>
          </a:xfrm>
          <a:prstGeom xmlns:a="http://schemas.openxmlformats.org/drawingml/2006/main" prst="roundRect">
            <a:avLst>
              <a:gd name="adj" fmla="val 25000"/>
            </a:avLst>
          </a:prstGeom>
          <a:solidFill xmlns:a="http://schemas.openxmlformats.org/drawingml/2006/main">
            <a:srgbClr val="F4F1EA"/>
          </a:solidFill>
        </p:spPr>
      </p:sp>
      <p:sp>
        <p:nvSpPr>
          <p:cNvPr id="29" name="TextBox 71">
            <a:extLst xmlns:a="http://schemas.openxmlformats.org/drawingml/2006/main">
              <a:ext uri="{FF2B5EF4-FFF2-40B4-BE49-F238E27FC236}">
                <a16:creationId xmlns:a16="http://schemas.microsoft.com/office/drawing/2014/main" id="{067EC8D3-A87F-421B-B69F-BB79BC3EC242}"/>
              </a:ext>
            </a:extLst>
          </p:cNvPr>
          <p:cNvSpPr>
            <a:spLocks xmlns:a="http://schemas.openxmlformats.org/drawingml/2006/main" noGrp="1"/>
          </p:cNvSpPr>
          <p:nvPr/>
        </p:nvSpPr>
        <p:spPr>
          <a:xfrm xmlns:a="http://schemas.openxmlformats.org/drawingml/2006/main">
            <a:off x="825479" y="6045135"/>
            <a:ext cx="2349441" cy="177796"/>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buNone/>
            </a:pPr>
            <a:r>
              <a:rPr sz="1200" b="1">
                <a:solidFill>
                  <a:srgbClr val="00A99D"/>
                </a:solidFill>
                <a:latin typeface="Arial"/>
                <a:ea typeface="Arial"/>
                <a:cs typeface="Arial"/>
              </a:rPr>
              <a:t>NO STATIC CLOUD KEY</a:t>
            </a:r>
            <a:endParaRPr sz="1200"/>
          </a:p>
        </p:txBody>
      </p:sp>
      <p:sp>
        <p:nvSpPr>
          <p:cNvPr id="30" name="TextBox 73">
            <a:extLst xmlns:a="http://schemas.openxmlformats.org/drawingml/2006/main">
              <a:ext uri="{FF2B5EF4-FFF2-40B4-BE49-F238E27FC236}">
                <a16:creationId xmlns:a16="http://schemas.microsoft.com/office/drawing/2014/main" id="{59A3D36A-5BD9-4448-BFF4-FBF7C5EA3F9B}"/>
              </a:ext>
            </a:extLst>
          </p:cNvPr>
          <p:cNvSpPr>
            <a:spLocks xmlns:a="http://schemas.openxmlformats.org/drawingml/2006/main" noGrp="1"/>
          </p:cNvSpPr>
          <p:nvPr/>
        </p:nvSpPr>
        <p:spPr>
          <a:xfrm xmlns:a="http://schemas.openxmlformats.org/drawingml/2006/main">
            <a:off x="3174921" y="6035610"/>
            <a:ext cx="3174921" cy="196845"/>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buNone/>
            </a:pPr>
            <a:r>
              <a:rPr sz="1350">
                <a:solidFill>
                  <a:srgbClr val="162A2D"/>
                </a:solidFill>
                <a:latin typeface="Arial"/>
                <a:ea typeface="Arial"/>
                <a:cs typeface="Arial"/>
              </a:rPr>
              <a:t>No floating image tag</a:t>
            </a:r>
            <a:endParaRPr sz="1350"/>
          </a:p>
        </p:txBody>
      </p:sp>
      <p:sp>
        <p:nvSpPr>
          <p:cNvPr id="31" name="TextBox 75">
            <a:extLst xmlns:a="http://schemas.openxmlformats.org/drawingml/2006/main">
              <a:ext uri="{FF2B5EF4-FFF2-40B4-BE49-F238E27FC236}">
                <a16:creationId xmlns:a16="http://schemas.microsoft.com/office/drawing/2014/main" id="{D9CC4B42-D366-4AE6-BAC3-761F2FFF72FF}"/>
              </a:ext>
            </a:extLst>
          </p:cNvPr>
          <p:cNvSpPr>
            <a:spLocks xmlns:a="http://schemas.openxmlformats.org/drawingml/2006/main" noGrp="1"/>
          </p:cNvSpPr>
          <p:nvPr/>
        </p:nvSpPr>
        <p:spPr>
          <a:xfrm xmlns:a="http://schemas.openxmlformats.org/drawingml/2006/main">
            <a:off x="6349841" y="6035610"/>
            <a:ext cx="3174921" cy="196845"/>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buNone/>
            </a:pPr>
            <a:r>
              <a:rPr sz="1350">
                <a:solidFill>
                  <a:srgbClr val="162A2D"/>
                </a:solidFill>
                <a:latin typeface="Arial"/>
                <a:ea typeface="Arial"/>
                <a:cs typeface="Arial"/>
              </a:rPr>
              <a:t>No plan input drift</a:t>
            </a:r>
            <a:endParaRPr sz="1350"/>
          </a:p>
        </p:txBody>
      </p:sp>
      <p:sp>
        <p:nvSpPr>
          <p:cNvPr id="32" name="TextBox 77">
            <a:extLst xmlns:a="http://schemas.openxmlformats.org/drawingml/2006/main">
              <a:ext uri="{FF2B5EF4-FFF2-40B4-BE49-F238E27FC236}">
                <a16:creationId xmlns:a16="http://schemas.microsoft.com/office/drawing/2014/main" id="{A35DE728-62F6-49D2-B6AC-36503A12E9EE}"/>
              </a:ext>
            </a:extLst>
          </p:cNvPr>
          <p:cNvSpPr>
            <a:spLocks xmlns:a="http://schemas.openxmlformats.org/drawingml/2006/main" noGrp="1"/>
          </p:cNvSpPr>
          <p:nvPr/>
        </p:nvSpPr>
        <p:spPr>
          <a:xfrm xmlns:a="http://schemas.openxmlformats.org/drawingml/2006/main">
            <a:off x="9524762" y="6045135"/>
            <a:ext cx="1714457" cy="177796"/>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r">
              <a:buNone/>
            </a:pPr>
            <a:r>
              <a:rPr sz="1200">
                <a:solidFill>
                  <a:srgbClr val="00A99D"/>
                </a:solidFill>
                <a:latin typeface="Arial"/>
                <a:ea typeface="Arial"/>
                <a:cs typeface="Arial"/>
              </a:rPr>
              <a:t>08</a:t>
            </a:r>
            <a:endParaRPr sz="1200"/>
          </a:p>
        </p:txBody>
      </p:sp>
    </p:spTree>
    <p:extLst>
      <p:ext uri="{BB962C8B-B14F-4D97-AF65-F5344CB8AC3E}">
        <p14:creationId xmlns:p14="http://schemas.microsoft.com/office/powerpoint/2010/main" val="476093883"/>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sp>
        <p:nvSpPr>
          <p:cNvPr id="2" name="Shape 1">
            <a:extLst xmlns:a="http://schemas.openxmlformats.org/drawingml/2006/main">
              <a:ext uri="{FF2B5EF4-FFF2-40B4-BE49-F238E27FC236}">
                <a16:creationId xmlns:a16="http://schemas.microsoft.com/office/drawing/2014/main" id="{C87B1DA1-1853-4723-94F0-1E10EC492033}"/>
              </a:ext>
            </a:extLst>
          </p:cNvPr>
          <p:cNvSpPr>
            <a:spLocks xmlns:a="http://schemas.openxmlformats.org/drawingml/2006/main" noGrp="1"/>
          </p:cNvSpPr>
          <p:nvPr/>
        </p:nvSpPr>
        <p:spPr>
          <a:xfrm xmlns:a="http://schemas.openxmlformats.org/drawingml/2006/main">
            <a:off x="0" y="86"/>
            <a:ext cx="12191695" cy="6857829"/>
          </a:xfrm>
          <a:prstGeom xmlns:a="http://schemas.openxmlformats.org/drawingml/2006/main" prst="rect">
            <a:avLst/>
          </a:prstGeom>
          <a:solidFill xmlns:a="http://schemas.openxmlformats.org/drawingml/2006/main">
            <a:srgbClr val="F4F1EA"/>
          </a:solidFill>
        </p:spPr>
      </p:sp>
      <p:sp>
        <p:nvSpPr>
          <p:cNvPr id="3" name="TextBox 3">
            <a:extLst xmlns:a="http://schemas.openxmlformats.org/drawingml/2006/main">
              <a:ext uri="{FF2B5EF4-FFF2-40B4-BE49-F238E27FC236}">
                <a16:creationId xmlns:a16="http://schemas.microsoft.com/office/drawing/2014/main" id="{AD5B788C-620A-4795-B72A-42F5C2579DED}"/>
              </a:ext>
            </a:extLst>
          </p:cNvPr>
          <p:cNvSpPr>
            <a:spLocks xmlns:a="http://schemas.openxmlformats.org/drawingml/2006/main" noGrp="1"/>
          </p:cNvSpPr>
          <p:nvPr/>
        </p:nvSpPr>
        <p:spPr>
          <a:xfrm xmlns:a="http://schemas.openxmlformats.org/drawingml/2006/main">
            <a:off x="584185" y="457274"/>
            <a:ext cx="2603435" cy="215895"/>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buNone/>
            </a:pPr>
            <a:r>
              <a:rPr sz="1000" b="1" spc="200">
                <a:solidFill>
                  <a:srgbClr val="00A99D"/>
                </a:solidFill>
                <a:latin typeface="Arial"/>
                <a:ea typeface="Arial"/>
                <a:cs typeface="Arial"/>
              </a:rPr>
              <a:t>TASK 03 · COST-AWARE ARCHITECTURE</a:t>
            </a:r>
            <a:endParaRPr sz="1000"/>
          </a:p>
        </p:txBody>
      </p:sp>
      <p:sp>
        <p:nvSpPr>
          <p:cNvPr id="4" name="TextBox 5">
            <a:extLst xmlns:a="http://schemas.openxmlformats.org/drawingml/2006/main">
              <a:ext uri="{FF2B5EF4-FFF2-40B4-BE49-F238E27FC236}">
                <a16:creationId xmlns:a16="http://schemas.microsoft.com/office/drawing/2014/main" id="{116E573D-4DD8-43DF-B74A-EAA8186BF6C2}"/>
              </a:ext>
            </a:extLst>
          </p:cNvPr>
          <p:cNvSpPr>
            <a:spLocks xmlns:a="http://schemas.openxmlformats.org/drawingml/2006/main" noGrp="1"/>
          </p:cNvSpPr>
          <p:nvPr/>
        </p:nvSpPr>
        <p:spPr>
          <a:xfrm xmlns:a="http://schemas.openxmlformats.org/drawingml/2006/main">
            <a:off x="584185" y="812865"/>
            <a:ext cx="8762781" cy="698483"/>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lnSpc>
                <a:spcPts val="3672"/>
              </a:lnSpc>
              <a:buNone/>
            </a:pPr>
            <a:r>
              <a:rPr sz="3400" spc="-150">
                <a:solidFill>
                  <a:srgbClr val="162A2D"/>
                </a:solidFill>
                <a:latin typeface="Arial"/>
                <a:ea typeface="Arial"/>
                <a:cs typeface="Arial"/>
              </a:rPr>
              <a:t>A test should not bill like a platform</a:t>
            </a:r>
            <a:endParaRPr sz="3400"/>
          </a:p>
        </p:txBody>
      </p:sp>
      <p:sp>
        <p:nvSpPr>
          <p:cNvPr id="5" name="Shape 7">
            <a:extLst xmlns:a="http://schemas.openxmlformats.org/drawingml/2006/main">
              <a:ext uri="{FF2B5EF4-FFF2-40B4-BE49-F238E27FC236}">
                <a16:creationId xmlns:a16="http://schemas.microsoft.com/office/drawing/2014/main" id="{7596ACB2-344B-4A05-98CC-B4CA6B6216E9}"/>
              </a:ext>
            </a:extLst>
          </p:cNvPr>
          <p:cNvSpPr>
            <a:spLocks xmlns:a="http://schemas.openxmlformats.org/drawingml/2006/main" noGrp="1"/>
          </p:cNvSpPr>
          <p:nvPr/>
        </p:nvSpPr>
        <p:spPr>
          <a:xfrm xmlns:a="http://schemas.openxmlformats.org/drawingml/2006/main">
            <a:off x="584185" y="1943137"/>
            <a:ext cx="6794330" cy="4127397"/>
          </a:xfrm>
          <a:prstGeom xmlns:a="http://schemas.openxmlformats.org/drawingml/2006/main" prst="roundRect">
            <a:avLst>
              <a:gd name="adj" fmla="val 6769"/>
            </a:avLst>
          </a:prstGeom>
          <a:solidFill xmlns:a="http://schemas.openxmlformats.org/drawingml/2006/main">
            <a:srgbClr val="FFFFFF"/>
          </a:solidFill>
          <a:ln xmlns:a="http://schemas.openxmlformats.org/drawingml/2006/main" w="6350">
            <a:solidFill>
              <a:srgbClr val="C8D3D1"/>
            </a:solidFill>
            <a:prstDash val="solid"/>
          </a:ln>
        </p:spPr>
      </p:sp>
      <p:sp>
        <p:nvSpPr>
          <p:cNvPr id="6" name="TextBox 9">
            <a:extLst xmlns:a="http://schemas.openxmlformats.org/drawingml/2006/main">
              <a:ext uri="{FF2B5EF4-FFF2-40B4-BE49-F238E27FC236}">
                <a16:creationId xmlns:a16="http://schemas.microsoft.com/office/drawing/2014/main" id="{2DA37020-CC9E-4FF4-91D9-5EC3654FD61D}"/>
              </a:ext>
            </a:extLst>
          </p:cNvPr>
          <p:cNvSpPr>
            <a:spLocks xmlns:a="http://schemas.openxmlformats.org/drawingml/2006/main" noGrp="1"/>
          </p:cNvSpPr>
          <p:nvPr/>
        </p:nvSpPr>
        <p:spPr>
          <a:xfrm xmlns:a="http://schemas.openxmlformats.org/drawingml/2006/main">
            <a:off x="869928" y="2228880"/>
            <a:ext cx="6222844" cy="152396"/>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buNone/>
            </a:pPr>
            <a:r>
              <a:rPr sz="1050" b="1" spc="150">
                <a:solidFill>
                  <a:srgbClr val="00A99D"/>
                </a:solidFill>
                <a:latin typeface="Arial"/>
                <a:ea typeface="Arial"/>
                <a:cs typeface="Arial"/>
              </a:rPr>
              <a:t>ASSESSMENT PLANE · EXECUTABLE</a:t>
            </a:r>
            <a:endParaRPr sz="1050"/>
          </a:p>
        </p:txBody>
      </p:sp>
      <p:sp>
        <p:nvSpPr>
          <p:cNvPr id="7" name="Shape 11">
            <a:extLst xmlns:a="http://schemas.openxmlformats.org/drawingml/2006/main">
              <a:ext uri="{FF2B5EF4-FFF2-40B4-BE49-F238E27FC236}">
                <a16:creationId xmlns:a16="http://schemas.microsoft.com/office/drawing/2014/main" id="{31904A65-580D-4F09-8624-D55CE018374A}"/>
              </a:ext>
            </a:extLst>
          </p:cNvPr>
          <p:cNvSpPr>
            <a:spLocks xmlns:a="http://schemas.openxmlformats.org/drawingml/2006/main" noGrp="1"/>
          </p:cNvSpPr>
          <p:nvPr/>
        </p:nvSpPr>
        <p:spPr>
          <a:xfrm xmlns:a="http://schemas.openxmlformats.org/drawingml/2006/main">
            <a:off x="869928" y="2622570"/>
            <a:ext cx="2889178" cy="1587460"/>
          </a:xfrm>
          <a:prstGeom xmlns:a="http://schemas.openxmlformats.org/drawingml/2006/main" prst="roundRect">
            <a:avLst>
              <a:gd name="adj" fmla="val 12800"/>
            </a:avLst>
          </a:prstGeom>
          <a:solidFill xmlns:a="http://schemas.openxmlformats.org/drawingml/2006/main">
            <a:srgbClr val="162A2D"/>
          </a:solidFill>
        </p:spPr>
      </p:sp>
      <p:sp>
        <p:nvSpPr>
          <p:cNvPr id="8" name="TextBox 13">
            <a:extLst xmlns:a="http://schemas.openxmlformats.org/drawingml/2006/main">
              <a:ext uri="{FF2B5EF4-FFF2-40B4-BE49-F238E27FC236}">
                <a16:creationId xmlns:a16="http://schemas.microsoft.com/office/drawing/2014/main" id="{7C85EB23-0355-4063-87C9-45903223C662}"/>
              </a:ext>
            </a:extLst>
          </p:cNvPr>
          <p:cNvSpPr>
            <a:spLocks xmlns:a="http://schemas.openxmlformats.org/drawingml/2006/main" noGrp="1"/>
          </p:cNvSpPr>
          <p:nvPr/>
        </p:nvSpPr>
        <p:spPr>
          <a:xfrm xmlns:a="http://schemas.openxmlformats.org/drawingml/2006/main">
            <a:off x="1085823" y="2838465"/>
            <a:ext cx="2457389" cy="247644"/>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buNone/>
            </a:pPr>
            <a:r>
              <a:rPr sz="1700" b="1">
                <a:solidFill>
                  <a:srgbClr val="FFFFFF"/>
                </a:solidFill>
                <a:latin typeface="Arial"/>
                <a:ea typeface="Arial"/>
                <a:cs typeface="Arial"/>
              </a:rPr>
              <a:t>Cloud Run API</a:t>
            </a:r>
            <a:endParaRPr sz="1700"/>
          </a:p>
        </p:txBody>
      </p:sp>
      <p:sp>
        <p:nvSpPr>
          <p:cNvPr id="9" name="TextBox 14">
            <a:extLst xmlns:a="http://schemas.openxmlformats.org/drawingml/2006/main">
              <a:ext uri="{FF2B5EF4-FFF2-40B4-BE49-F238E27FC236}">
                <a16:creationId xmlns:a16="http://schemas.microsoft.com/office/drawing/2014/main" id="{221F1A3F-450B-4994-ACAE-78F5F18DC446}"/>
              </a:ext>
            </a:extLst>
          </p:cNvPr>
          <p:cNvSpPr>
            <a:spLocks xmlns:a="http://schemas.openxmlformats.org/drawingml/2006/main" noGrp="1"/>
          </p:cNvSpPr>
          <p:nvPr/>
        </p:nvSpPr>
        <p:spPr>
          <a:xfrm xmlns:a="http://schemas.openxmlformats.org/drawingml/2006/main">
            <a:off x="1085823" y="3213105"/>
            <a:ext cx="2457389" cy="196845"/>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buNone/>
            </a:pPr>
            <a:r>
              <a:rPr sz="1300">
                <a:solidFill>
                  <a:srgbClr val="B8C3C1"/>
                </a:solidFill>
                <a:latin typeface="Arial"/>
                <a:ea typeface="Arial"/>
                <a:cs typeface="Arial"/>
              </a:rPr>
              <a:t>min 0 · max 1</a:t>
            </a:r>
            <a:endParaRPr sz="1300"/>
          </a:p>
        </p:txBody>
      </p:sp>
      <p:sp>
        <p:nvSpPr>
          <p:cNvPr id="10" name="TextBox 15">
            <a:extLst xmlns:a="http://schemas.openxmlformats.org/drawingml/2006/main">
              <a:ext uri="{FF2B5EF4-FFF2-40B4-BE49-F238E27FC236}">
                <a16:creationId xmlns:a16="http://schemas.microsoft.com/office/drawing/2014/main" id="{097B482F-39D2-4641-8A1B-AC2B5E6710D5}"/>
              </a:ext>
            </a:extLst>
          </p:cNvPr>
          <p:cNvSpPr>
            <a:spLocks xmlns:a="http://schemas.openxmlformats.org/drawingml/2006/main" noGrp="1"/>
          </p:cNvSpPr>
          <p:nvPr/>
        </p:nvSpPr>
        <p:spPr>
          <a:xfrm xmlns:a="http://schemas.openxmlformats.org/drawingml/2006/main">
            <a:off x="1085823" y="3651244"/>
            <a:ext cx="2457389" cy="177796"/>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buNone/>
            </a:pPr>
            <a:r>
              <a:rPr sz="1200">
                <a:solidFill>
                  <a:srgbClr val="00A99D"/>
                </a:solidFill>
                <a:latin typeface="Arial"/>
                <a:ea typeface="Arial"/>
                <a:cs typeface="Arial"/>
              </a:rPr>
              <a:t>Authenticated public edge</a:t>
            </a:r>
            <a:endParaRPr sz="1200"/>
          </a:p>
        </p:txBody>
      </p:sp>
      <p:sp>
        <p:nvSpPr>
          <p:cNvPr id="11" name="Shape 18">
            <a:extLst xmlns:a="http://schemas.openxmlformats.org/drawingml/2006/main">
              <a:ext uri="{FF2B5EF4-FFF2-40B4-BE49-F238E27FC236}">
                <a16:creationId xmlns:a16="http://schemas.microsoft.com/office/drawing/2014/main" id="{E86AD356-197F-4F83-9E5F-27B43BE051D8}"/>
              </a:ext>
            </a:extLst>
          </p:cNvPr>
          <p:cNvSpPr>
            <a:spLocks xmlns:a="http://schemas.openxmlformats.org/drawingml/2006/main" noGrp="1"/>
          </p:cNvSpPr>
          <p:nvPr/>
        </p:nvSpPr>
        <p:spPr>
          <a:xfrm xmlns:a="http://schemas.openxmlformats.org/drawingml/2006/main">
            <a:off x="4203595" y="2622570"/>
            <a:ext cx="2889178" cy="1587460"/>
          </a:xfrm>
          <a:prstGeom xmlns:a="http://schemas.openxmlformats.org/drawingml/2006/main" prst="roundRect">
            <a:avLst>
              <a:gd name="adj" fmla="val 12800"/>
            </a:avLst>
          </a:prstGeom>
          <a:solidFill xmlns:a="http://schemas.openxmlformats.org/drawingml/2006/main">
            <a:srgbClr val="162A2D"/>
          </a:solidFill>
        </p:spPr>
      </p:sp>
      <p:sp>
        <p:nvSpPr>
          <p:cNvPr id="12" name="TextBox 20">
            <a:extLst xmlns:a="http://schemas.openxmlformats.org/drawingml/2006/main">
              <a:ext uri="{FF2B5EF4-FFF2-40B4-BE49-F238E27FC236}">
                <a16:creationId xmlns:a16="http://schemas.microsoft.com/office/drawing/2014/main" id="{2C5D64A1-F565-481D-BE24-E5B5FB9ACF8A}"/>
              </a:ext>
            </a:extLst>
          </p:cNvPr>
          <p:cNvSpPr>
            <a:spLocks xmlns:a="http://schemas.openxmlformats.org/drawingml/2006/main" noGrp="1"/>
          </p:cNvSpPr>
          <p:nvPr/>
        </p:nvSpPr>
        <p:spPr>
          <a:xfrm xmlns:a="http://schemas.openxmlformats.org/drawingml/2006/main">
            <a:off x="4419490" y="2838465"/>
            <a:ext cx="2457389" cy="247644"/>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buNone/>
            </a:pPr>
            <a:r>
              <a:rPr sz="1700" b="1">
                <a:solidFill>
                  <a:srgbClr val="FFFFFF"/>
                </a:solidFill>
                <a:latin typeface="Arial"/>
                <a:ea typeface="Arial"/>
                <a:cs typeface="Arial"/>
              </a:rPr>
              <a:t>Cloud Run worker</a:t>
            </a:r>
            <a:endParaRPr sz="1700"/>
          </a:p>
        </p:txBody>
      </p:sp>
      <p:sp>
        <p:nvSpPr>
          <p:cNvPr id="13" name="TextBox 21">
            <a:extLst xmlns:a="http://schemas.openxmlformats.org/drawingml/2006/main">
              <a:ext uri="{FF2B5EF4-FFF2-40B4-BE49-F238E27FC236}">
                <a16:creationId xmlns:a16="http://schemas.microsoft.com/office/drawing/2014/main" id="{60D03329-4FB2-412B-80E0-438FF5D049A8}"/>
              </a:ext>
            </a:extLst>
          </p:cNvPr>
          <p:cNvSpPr>
            <a:spLocks xmlns:a="http://schemas.openxmlformats.org/drawingml/2006/main" noGrp="1"/>
          </p:cNvSpPr>
          <p:nvPr/>
        </p:nvSpPr>
        <p:spPr>
          <a:xfrm xmlns:a="http://schemas.openxmlformats.org/drawingml/2006/main">
            <a:off x="4419490" y="3213105"/>
            <a:ext cx="2457389" cy="196845"/>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buNone/>
            </a:pPr>
            <a:r>
              <a:rPr sz="1300">
                <a:solidFill>
                  <a:srgbClr val="B8C3C1"/>
                </a:solidFill>
                <a:latin typeface="Arial"/>
                <a:ea typeface="Arial"/>
                <a:cs typeface="Arial"/>
              </a:rPr>
              <a:t>min 0 · max 1</a:t>
            </a:r>
            <a:endParaRPr sz="1300"/>
          </a:p>
        </p:txBody>
      </p:sp>
      <p:sp>
        <p:nvSpPr>
          <p:cNvPr id="14" name="TextBox 22">
            <a:extLst xmlns:a="http://schemas.openxmlformats.org/drawingml/2006/main">
              <a:ext uri="{FF2B5EF4-FFF2-40B4-BE49-F238E27FC236}">
                <a16:creationId xmlns:a16="http://schemas.microsoft.com/office/drawing/2014/main" id="{BBF0ED94-9B1C-45B4-AF6F-CF76DBFA3A24}"/>
              </a:ext>
            </a:extLst>
          </p:cNvPr>
          <p:cNvSpPr>
            <a:spLocks xmlns:a="http://schemas.openxmlformats.org/drawingml/2006/main" noGrp="1"/>
          </p:cNvSpPr>
          <p:nvPr/>
        </p:nvSpPr>
        <p:spPr>
          <a:xfrm xmlns:a="http://schemas.openxmlformats.org/drawingml/2006/main">
            <a:off x="4419490" y="3651244"/>
            <a:ext cx="2457389" cy="177796"/>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buNone/>
            </a:pPr>
            <a:r>
              <a:rPr sz="1200">
                <a:solidFill>
                  <a:srgbClr val="00A99D"/>
                </a:solidFill>
                <a:latin typeface="Arial"/>
                <a:ea typeface="Arial"/>
                <a:cs typeface="Arial"/>
              </a:rPr>
              <a:t>Task-only ingress</a:t>
            </a:r>
            <a:endParaRPr sz="1200"/>
          </a:p>
        </p:txBody>
      </p:sp>
      <p:sp>
        <p:nvSpPr>
          <p:cNvPr id="15" name="Shape 25">
            <a:extLst xmlns:a="http://schemas.openxmlformats.org/drawingml/2006/main">
              <a:ext uri="{FF2B5EF4-FFF2-40B4-BE49-F238E27FC236}">
                <a16:creationId xmlns:a16="http://schemas.microsoft.com/office/drawing/2014/main" id="{C2C64B7F-DAA5-47A6-A071-5A870E1AB6BA}"/>
              </a:ext>
            </a:extLst>
          </p:cNvPr>
          <p:cNvSpPr>
            <a:spLocks xmlns:a="http://schemas.openxmlformats.org/drawingml/2006/main" noGrp="1"/>
          </p:cNvSpPr>
          <p:nvPr/>
        </p:nvSpPr>
        <p:spPr>
          <a:xfrm xmlns:a="http://schemas.openxmlformats.org/drawingml/2006/main">
            <a:off x="869928" y="4514823"/>
            <a:ext cx="6235544" cy="1206470"/>
          </a:xfrm>
          <a:prstGeom xmlns:a="http://schemas.openxmlformats.org/drawingml/2006/main" prst="rect">
            <a:avLst/>
          </a:prstGeom>
          <a:noFill xmlns:a="http://schemas.openxmlformats.org/drawingml/2006/main"/>
        </p:spPr>
      </p:sp>
      <p:pic>
        <p:nvPicPr>
          <p:cNvPr id="46" name="Picture 25"/>
          <p:cNvPicPr>
            <a:picLocks xmlns:a="http://schemas.openxmlformats.org/drawingml/2006/main" noChangeAspect="1"/>
          </p:cNvPicPr>
          <p:nvPr/>
        </p:nvPicPr>
        <p:blipFill>
          <a:blip xmlns:r="http://schemas.openxmlformats.org/officeDocument/2006/relationships" xmlns:a="http://schemas.openxmlformats.org/drawingml/2006/main" r:embed="R38624dfdcade466b">
            <a:extLst>
              <a:ext uri="{96DAC541-7B7A-43D3-8B79-37D633B846F1}">
                <asvg:svgBlip xmlns:asvg="http://schemas.microsoft.com/office/drawing/2016/SVG/main" r:embed="R613e4aa936974a9b"/>
              </a:ext>
            </a:extLst>
          </a:blip>
          <a:stretch xmlns:a="http://schemas.openxmlformats.org/drawingml/2006/main">
            <a:fillRect l="0" t="0" r="0" b="0"/>
          </a:stretch>
        </p:blipFill>
        <p:spPr>
          <a:xfrm xmlns:a="http://schemas.openxmlformats.org/drawingml/2006/main">
            <a:off x="869928" y="4514823"/>
            <a:ext cx="6235544" cy="1206470"/>
          </a:xfrm>
          <a:prstGeom xmlns:a="http://schemas.openxmlformats.org/drawingml/2006/main" prst="rect">
            <a:avLst/>
          </a:prstGeom>
        </p:spPr>
      </p:pic>
      <p:sp>
        <p:nvSpPr>
          <p:cNvPr id="17" name="TextBox 27">
            <a:extLst xmlns:a="http://schemas.openxmlformats.org/drawingml/2006/main">
              <a:ext uri="{FF2B5EF4-FFF2-40B4-BE49-F238E27FC236}">
                <a16:creationId xmlns:a16="http://schemas.microsoft.com/office/drawing/2014/main" id="{290D0955-8BD1-4C59-9257-DF53CA4839B1}"/>
              </a:ext>
            </a:extLst>
          </p:cNvPr>
          <p:cNvSpPr>
            <a:spLocks xmlns:a="http://schemas.openxmlformats.org/drawingml/2006/main" noGrp="1"/>
          </p:cNvSpPr>
          <p:nvPr/>
        </p:nvSpPr>
        <p:spPr>
          <a:xfrm xmlns:a="http://schemas.openxmlformats.org/drawingml/2006/main">
            <a:off x="869928" y="4892638"/>
            <a:ext cx="2031949" cy="457189"/>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buNone/>
            </a:pPr>
            <a:r>
              <a:rPr sz="1550" b="1">
                <a:solidFill>
                  <a:srgbClr val="162A2D"/>
                </a:solidFill>
                <a:latin typeface="Arial"/>
                <a:ea typeface="Arial"/>
                <a:cs typeface="Arial"/>
              </a:rPr>
              <a:t>Cloud Tasks</a:t>
            </a:r>
            <a:endParaRPr sz="1550"/>
          </a:p>
          <a:p xmlns:a="http://schemas.openxmlformats.org/drawingml/2006/main">
            <a:pPr marL="0" indent="0" algn="l">
              <a:buNone/>
            </a:pPr>
            <a:r>
              <a:rPr sz="1200">
                <a:solidFill>
                  <a:srgbClr val="5E6D6C"/>
                </a:solidFill>
                <a:latin typeface="Arial"/>
                <a:ea typeface="Arial"/>
                <a:cs typeface="Arial"/>
              </a:rPr>
              <a:t>concurrency 1</a:t>
            </a:r>
            <a:endParaRPr sz="1550"/>
          </a:p>
        </p:txBody>
      </p:sp>
      <p:sp>
        <p:nvSpPr>
          <p:cNvPr id="18" name="TextBox 29">
            <a:extLst xmlns:a="http://schemas.openxmlformats.org/drawingml/2006/main">
              <a:ext uri="{FF2B5EF4-FFF2-40B4-BE49-F238E27FC236}">
                <a16:creationId xmlns:a16="http://schemas.microsoft.com/office/drawing/2014/main" id="{AADF1358-A09A-4ABD-9FEC-044CF8DF11CF}"/>
              </a:ext>
            </a:extLst>
          </p:cNvPr>
          <p:cNvSpPr>
            <a:spLocks xmlns:a="http://schemas.openxmlformats.org/drawingml/2006/main" noGrp="1"/>
          </p:cNvSpPr>
          <p:nvPr/>
        </p:nvSpPr>
        <p:spPr>
          <a:xfrm xmlns:a="http://schemas.openxmlformats.org/drawingml/2006/main">
            <a:off x="2901877" y="4892638"/>
            <a:ext cx="2031949" cy="457189"/>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buNone/>
            </a:pPr>
            <a:r>
              <a:rPr sz="1550" b="1">
                <a:solidFill>
                  <a:srgbClr val="162A2D"/>
                </a:solidFill>
                <a:latin typeface="Arial"/>
                <a:ea typeface="Arial"/>
                <a:cs typeface="Arial"/>
              </a:rPr>
              <a:t>Firestore</a:t>
            </a:r>
            <a:endParaRPr sz="1550"/>
          </a:p>
          <a:p xmlns:a="http://schemas.openxmlformats.org/drawingml/2006/main">
            <a:pPr marL="0" indent="0" algn="l">
              <a:buNone/>
            </a:pPr>
            <a:r>
              <a:rPr sz="1200">
                <a:solidFill>
                  <a:srgbClr val="5E6D6C"/>
                </a:solidFill>
                <a:latin typeface="Arial"/>
                <a:ea typeface="Arial"/>
                <a:cs typeface="Arial"/>
              </a:rPr>
              <a:t>named database</a:t>
            </a:r>
            <a:endParaRPr sz="1550"/>
          </a:p>
        </p:txBody>
      </p:sp>
      <p:sp>
        <p:nvSpPr>
          <p:cNvPr id="19" name="TextBox 31">
            <a:extLst xmlns:a="http://schemas.openxmlformats.org/drawingml/2006/main">
              <a:ext uri="{FF2B5EF4-FFF2-40B4-BE49-F238E27FC236}">
                <a16:creationId xmlns:a16="http://schemas.microsoft.com/office/drawing/2014/main" id="{32C49D5B-DC01-4D15-8774-CB8E8B0E63DC}"/>
              </a:ext>
            </a:extLst>
          </p:cNvPr>
          <p:cNvSpPr>
            <a:spLocks xmlns:a="http://schemas.openxmlformats.org/drawingml/2006/main" noGrp="1"/>
          </p:cNvSpPr>
          <p:nvPr/>
        </p:nvSpPr>
        <p:spPr>
          <a:xfrm xmlns:a="http://schemas.openxmlformats.org/drawingml/2006/main">
            <a:off x="4933827" y="4892638"/>
            <a:ext cx="2095448" cy="457189"/>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buNone/>
            </a:pPr>
            <a:r>
              <a:rPr sz="1550" b="1">
                <a:solidFill>
                  <a:srgbClr val="162A2D"/>
                </a:solidFill>
                <a:latin typeface="Arial"/>
                <a:ea typeface="Arial"/>
                <a:cs typeface="Arial"/>
              </a:rPr>
              <a:t>Secrets + logs</a:t>
            </a:r>
            <a:endParaRPr sz="1550"/>
          </a:p>
          <a:p xmlns:a="http://schemas.openxmlformats.org/drawingml/2006/main">
            <a:pPr marL="0" indent="0" algn="l">
              <a:buNone/>
            </a:pPr>
            <a:r>
              <a:rPr sz="1200">
                <a:solidFill>
                  <a:srgbClr val="5E6D6C"/>
                </a:solidFill>
                <a:latin typeface="Arial"/>
                <a:ea typeface="Arial"/>
                <a:cs typeface="Arial"/>
              </a:rPr>
              <a:t>identity-bound</a:t>
            </a:r>
            <a:endParaRPr sz="1550"/>
          </a:p>
        </p:txBody>
      </p:sp>
      <p:sp>
        <p:nvSpPr>
          <p:cNvPr id="20" name="Shape 35">
            <a:extLst xmlns:a="http://schemas.openxmlformats.org/drawingml/2006/main">
              <a:ext uri="{FF2B5EF4-FFF2-40B4-BE49-F238E27FC236}">
                <a16:creationId xmlns:a16="http://schemas.microsoft.com/office/drawing/2014/main" id="{1CFAD148-6F5D-4951-A2B4-45AD73B55431}"/>
              </a:ext>
            </a:extLst>
          </p:cNvPr>
          <p:cNvSpPr>
            <a:spLocks xmlns:a="http://schemas.openxmlformats.org/drawingml/2006/main" noGrp="1"/>
          </p:cNvSpPr>
          <p:nvPr/>
        </p:nvSpPr>
        <p:spPr>
          <a:xfrm xmlns:a="http://schemas.openxmlformats.org/drawingml/2006/main">
            <a:off x="7784905" y="1943137"/>
            <a:ext cx="3822604" cy="4127397"/>
          </a:xfrm>
          <a:prstGeom xmlns:a="http://schemas.openxmlformats.org/drawingml/2006/main" prst="roundRect">
            <a:avLst>
              <a:gd name="adj" fmla="val 7309"/>
            </a:avLst>
          </a:prstGeom>
          <a:solidFill xmlns:a="http://schemas.openxmlformats.org/drawingml/2006/main">
            <a:srgbClr val="162A2D"/>
          </a:solidFill>
        </p:spPr>
      </p:sp>
      <p:sp>
        <p:nvSpPr>
          <p:cNvPr id="21" name="TextBox 37">
            <a:extLst xmlns:a="http://schemas.openxmlformats.org/drawingml/2006/main">
              <a:ext uri="{FF2B5EF4-FFF2-40B4-BE49-F238E27FC236}">
                <a16:creationId xmlns:a16="http://schemas.microsoft.com/office/drawing/2014/main" id="{394718E1-25E2-406A-A3B0-A8D066FF3252}"/>
              </a:ext>
            </a:extLst>
          </p:cNvPr>
          <p:cNvSpPr>
            <a:spLocks xmlns:a="http://schemas.openxmlformats.org/drawingml/2006/main" noGrp="1"/>
          </p:cNvSpPr>
          <p:nvPr/>
        </p:nvSpPr>
        <p:spPr>
          <a:xfrm xmlns:a="http://schemas.openxmlformats.org/drawingml/2006/main">
            <a:off x="8064298" y="2222530"/>
            <a:ext cx="3263818" cy="152396"/>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buNone/>
            </a:pPr>
            <a:r>
              <a:rPr sz="1050" b="1" spc="150">
                <a:solidFill>
                  <a:srgbClr val="00A99D"/>
                </a:solidFill>
                <a:latin typeface="Arial"/>
                <a:ea typeface="Arial"/>
                <a:cs typeface="Arial"/>
              </a:rPr>
              <a:t>PRODUCTION MODEL PLANE · GATED</a:t>
            </a:r>
            <a:endParaRPr sz="1050"/>
          </a:p>
        </p:txBody>
      </p:sp>
      <p:sp>
        <p:nvSpPr>
          <p:cNvPr id="22" name="TextBox 39">
            <a:extLst xmlns:a="http://schemas.openxmlformats.org/drawingml/2006/main">
              <a:ext uri="{FF2B5EF4-FFF2-40B4-BE49-F238E27FC236}">
                <a16:creationId xmlns:a16="http://schemas.microsoft.com/office/drawing/2014/main" id="{F73E0432-CC24-4D7B-8083-9E6B8B9E30A5}"/>
              </a:ext>
            </a:extLst>
          </p:cNvPr>
          <p:cNvSpPr>
            <a:spLocks xmlns:a="http://schemas.openxmlformats.org/drawingml/2006/main" noGrp="1"/>
          </p:cNvSpPr>
          <p:nvPr/>
        </p:nvSpPr>
        <p:spPr>
          <a:xfrm xmlns:a="http://schemas.openxmlformats.org/drawingml/2006/main">
            <a:off x="8064298" y="2679719"/>
            <a:ext cx="3263818" cy="713232"/>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lnSpc>
                <a:spcPts val="2808"/>
              </a:lnSpc>
              <a:buNone/>
            </a:pPr>
            <a:r>
              <a:rPr sz="2600">
                <a:solidFill>
                  <a:srgbClr val="FFFFFF"/>
                </a:solidFill>
                <a:latin typeface="Arial"/>
                <a:ea typeface="Arial"/>
                <a:cs typeface="Arial"/>
              </a:rPr>
              <a:t>Cell capacity follows</a:t>
            </a:r>
            <a:endParaRPr sz="2600"/>
          </a:p>
          <a:p xmlns:a="http://schemas.openxmlformats.org/drawingml/2006/main">
            <a:pPr marL="0" indent="0" algn="l">
              <a:lnSpc>
                <a:spcPts val="2808"/>
              </a:lnSpc>
              <a:buNone/>
            </a:pPr>
            <a:r>
              <a:rPr sz="2600">
                <a:solidFill>
                  <a:srgbClr val="FFFFFF"/>
                </a:solidFill>
                <a:latin typeface="Arial"/>
                <a:ea typeface="Arial"/>
                <a:cs typeface="Arial"/>
              </a:rPr>
              <a:t>measured demand.</a:t>
            </a:r>
            <a:endParaRPr sz="2600"/>
          </a:p>
        </p:txBody>
      </p:sp>
      <p:sp>
        <p:nvSpPr>
          <p:cNvPr id="23" name="Shape 41">
            <a:extLst xmlns:a="http://schemas.openxmlformats.org/drawingml/2006/main">
              <a:ext uri="{FF2B5EF4-FFF2-40B4-BE49-F238E27FC236}">
                <a16:creationId xmlns:a16="http://schemas.microsoft.com/office/drawing/2014/main" id="{2CDEA777-F585-4AF3-90EE-0276CE89B023}"/>
              </a:ext>
            </a:extLst>
          </p:cNvPr>
          <p:cNvSpPr>
            <a:spLocks xmlns:a="http://schemas.openxmlformats.org/drawingml/2006/main" noGrp="1"/>
          </p:cNvSpPr>
          <p:nvPr/>
        </p:nvSpPr>
        <p:spPr>
          <a:xfrm xmlns:a="http://schemas.openxmlformats.org/drawingml/2006/main">
            <a:off x="8064298" y="3761176"/>
            <a:ext cx="3238419" cy="1231869"/>
          </a:xfrm>
          <a:prstGeom xmlns:a="http://schemas.openxmlformats.org/drawingml/2006/main" prst="roundRect">
            <a:avLst>
              <a:gd name="adj" fmla="val 50000"/>
            </a:avLst>
          </a:prstGeom>
          <a:noFill xmlns:a="http://schemas.openxmlformats.org/drawingml/2006/main"/>
          <a:ln xmlns:a="http://schemas.openxmlformats.org/drawingml/2006/main" w="12700">
            <a:solidFill>
              <a:srgbClr val="00A99D"/>
            </a:solidFill>
            <a:prstDash val="solid"/>
          </a:ln>
        </p:spPr>
      </p:sp>
      <p:sp>
        <p:nvSpPr>
          <p:cNvPr id="24" name="TextBox 43">
            <a:extLst xmlns:a="http://schemas.openxmlformats.org/drawingml/2006/main">
              <a:ext uri="{FF2B5EF4-FFF2-40B4-BE49-F238E27FC236}">
                <a16:creationId xmlns:a16="http://schemas.microsoft.com/office/drawing/2014/main" id="{A15D130F-E3F2-4137-98AC-9B84F01ACE98}"/>
              </a:ext>
            </a:extLst>
          </p:cNvPr>
          <p:cNvSpPr>
            <a:spLocks xmlns:a="http://schemas.openxmlformats.org/drawingml/2006/main" noGrp="1"/>
          </p:cNvSpPr>
          <p:nvPr/>
        </p:nvSpPr>
        <p:spPr>
          <a:xfrm xmlns:a="http://schemas.openxmlformats.org/drawingml/2006/main">
            <a:off x="8400840" y="4021520"/>
            <a:ext cx="1269968" cy="711182"/>
          </a:xfrm>
          <a:prstGeom xmlns:a="http://schemas.openxmlformats.org/drawingml/2006/main" prst="rect">
            <a:avLst/>
          </a:prstGeom>
          <a:noFill xmlns:a="http://schemas.openxmlformats.org/drawingml/2006/main"/>
        </p:spPr>
        <p:txBody>
          <a:bodyPr xmlns:a="http://schemas.openxmlformats.org/drawingml/2006/main" wrap="none" lIns="0" tIns="0" rIns="0" bIns="0" anchor="t">
            <a:spAutoFit/>
          </a:bodyPr>
          <a:lstStyle xmlns:a="http://schemas.openxmlformats.org/drawingml/2006/main"/>
          <a:p xmlns:a="http://schemas.openxmlformats.org/drawingml/2006/main">
            <a:pPr marL="0" indent="0" algn="l">
              <a:lnSpc>
                <a:spcPts val="4100"/>
              </a:lnSpc>
              <a:buNone/>
            </a:pPr>
            <a:r>
              <a:rPr sz="4100" b="1">
                <a:solidFill>
                  <a:srgbClr val="00A99D"/>
                </a:solidFill>
                <a:latin typeface="Arial"/>
                <a:ea typeface="Arial"/>
                <a:cs typeface="Arial"/>
              </a:rPr>
              <a:t>SLO</a:t>
            </a:r>
            <a:endParaRPr sz="4100"/>
          </a:p>
        </p:txBody>
      </p:sp>
      <p:sp>
        <p:nvSpPr>
          <p:cNvPr id="25" name="TextBox 45">
            <a:extLst xmlns:a="http://schemas.openxmlformats.org/drawingml/2006/main">
              <a:ext uri="{FF2B5EF4-FFF2-40B4-BE49-F238E27FC236}">
                <a16:creationId xmlns:a16="http://schemas.microsoft.com/office/drawing/2014/main" id="{E5CB9B7E-3576-4BFD-AD9F-A37F01443FFA}"/>
              </a:ext>
            </a:extLst>
          </p:cNvPr>
          <p:cNvSpPr>
            <a:spLocks xmlns:a="http://schemas.openxmlformats.org/drawingml/2006/main" noGrp="1"/>
          </p:cNvSpPr>
          <p:nvPr/>
        </p:nvSpPr>
        <p:spPr>
          <a:xfrm xmlns:a="http://schemas.openxmlformats.org/drawingml/2006/main">
            <a:off x="9823204" y="4194553"/>
            <a:ext cx="1142971" cy="547497"/>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lnSpc>
                <a:spcPts val="1437"/>
              </a:lnSpc>
              <a:buNone/>
            </a:pPr>
            <a:r>
              <a:rPr sz="1250">
                <a:solidFill>
                  <a:srgbClr val="B8C3C1"/>
                </a:solidFill>
                <a:latin typeface="Arial"/>
                <a:ea typeface="Arial"/>
                <a:cs typeface="Arial"/>
              </a:rPr>
              <a:t>load · quota</a:t>
            </a:r>
            <a:endParaRPr sz="1250"/>
          </a:p>
          <a:p xmlns:a="http://schemas.openxmlformats.org/drawingml/2006/main">
            <a:pPr marL="0" indent="0" algn="l">
              <a:lnSpc>
                <a:spcPts val="1437"/>
              </a:lnSpc>
              <a:buNone/>
            </a:pPr>
            <a:r>
              <a:rPr sz="1250">
                <a:solidFill>
                  <a:srgbClr val="B8C3C1"/>
                </a:solidFill>
                <a:latin typeface="Arial"/>
                <a:ea typeface="Arial"/>
                <a:cs typeface="Arial"/>
              </a:rPr>
              <a:t>FinOps approval</a:t>
            </a:r>
            <a:endParaRPr sz="1250"/>
          </a:p>
        </p:txBody>
      </p:sp>
      <p:pic>
        <p:nvPicPr>
          <p:cNvPr id="56" name="Picture 48"/>
          <p:cNvPicPr>
            <a:picLocks xmlns:a="http://schemas.openxmlformats.org/drawingml/2006/main" noChangeAspect="1"/>
          </p:cNvPicPr>
          <p:nvPr/>
        </p:nvPicPr>
        <p:blipFill>
          <a:blip xmlns:r="http://schemas.openxmlformats.org/officeDocument/2006/relationships" xmlns:a="http://schemas.openxmlformats.org/drawingml/2006/main" r:embed="Rab7b95eb752f43cb">
            <a:extLst>
              <a:ext uri="{96DAC541-7B7A-43D3-8B79-37D633B846F1}">
                <asvg:svgBlip xmlns:asvg="http://schemas.microsoft.com/office/drawing/2016/SVG/main" r:embed="Rd204ceb30496468d"/>
              </a:ext>
            </a:extLst>
          </a:blip>
          <a:stretch xmlns:a="http://schemas.openxmlformats.org/drawingml/2006/main">
            <a:fillRect l="0" t="0" r="0" b="0"/>
          </a:stretch>
        </p:blipFill>
        <p:spPr>
          <a:xfrm xmlns:a="http://schemas.openxmlformats.org/drawingml/2006/main">
            <a:off x="8064298" y="4825965"/>
            <a:ext cx="3238419" cy="952476"/>
          </a:xfrm>
          <a:prstGeom xmlns:a="http://schemas.openxmlformats.org/drawingml/2006/main" prst="rect">
            <a:avLst/>
          </a:prstGeom>
        </p:spPr>
      </p:pic>
      <p:sp>
        <p:nvSpPr>
          <p:cNvPr id="27" name="TextBox 48">
            <a:extLst xmlns:a="http://schemas.openxmlformats.org/drawingml/2006/main">
              <a:ext uri="{FF2B5EF4-FFF2-40B4-BE49-F238E27FC236}">
                <a16:creationId xmlns:a16="http://schemas.microsoft.com/office/drawing/2014/main" id="{CE7F6759-7B7D-481F-91C2-32DC994E2BC4}"/>
              </a:ext>
            </a:extLst>
          </p:cNvPr>
          <p:cNvSpPr>
            <a:spLocks xmlns:a="http://schemas.openxmlformats.org/drawingml/2006/main" noGrp="1"/>
          </p:cNvSpPr>
          <p:nvPr/>
        </p:nvSpPr>
        <p:spPr>
          <a:xfrm xmlns:a="http://schemas.openxmlformats.org/drawingml/2006/main">
            <a:off x="8064298" y="4825965"/>
            <a:ext cx="3238419" cy="952476"/>
          </a:xfrm>
          <a:prstGeom xmlns:a="http://schemas.openxmlformats.org/drawingml/2006/main" prst="rect">
            <a:avLst/>
          </a:prstGeom>
          <a:noFill xmlns:a="http://schemas.openxmlformats.org/drawingml/2006/main"/>
        </p:spPr>
        <p:txBody>
          <a:bodyPr xmlns:a="http://schemas.openxmlformats.org/drawingml/2006/main" wrap="square" lIns="0" tIns="152396" rIns="0" bIns="0" anchor="t">
            <a:spAutoFit/>
          </a:bodyPr>
          <a:lstStyle xmlns:a="http://schemas.openxmlformats.org/drawingml/2006/main"/>
          <a:p xmlns:a="http://schemas.openxmlformats.org/drawingml/2006/main">
            <a:pPr marL="0" indent="0" algn="l">
              <a:lnSpc>
                <a:spcPts val="1750"/>
              </a:lnSpc>
              <a:buNone/>
            </a:pPr>
            <a:r>
              <a:rPr sz="1250">
                <a:solidFill>
                  <a:srgbClr val="B8C3C1"/>
                </a:solidFill>
                <a:latin typeface="Arial"/>
                <a:ea typeface="Arial"/>
                <a:cs typeface="Arial"/>
              </a:rPr>
              <a:t>Each regional cell sets warm floor, ceiling and concurrency from load tests, availability targets and quota.</a:t>
            </a:r>
            <a:endParaRPr sz="1250"/>
          </a:p>
        </p:txBody>
      </p:sp>
      <p:sp>
        <p:nvSpPr>
          <p:cNvPr id="28" name="TextBox 51">
            <a:extLst xmlns:a="http://schemas.openxmlformats.org/drawingml/2006/main">
              <a:ext uri="{FF2B5EF4-FFF2-40B4-BE49-F238E27FC236}">
                <a16:creationId xmlns:a16="http://schemas.microsoft.com/office/drawing/2014/main" id="{03590C49-C95D-42D3-A0F8-40DC367F109B}"/>
              </a:ext>
            </a:extLst>
          </p:cNvPr>
          <p:cNvSpPr>
            <a:spLocks xmlns:a="http://schemas.openxmlformats.org/drawingml/2006/main" noGrp="1"/>
          </p:cNvSpPr>
          <p:nvPr/>
        </p:nvSpPr>
        <p:spPr>
          <a:xfrm xmlns:a="http://schemas.openxmlformats.org/drawingml/2006/main">
            <a:off x="584185" y="6324528"/>
            <a:ext cx="6857829"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buNone/>
            </a:pPr>
            <a:r>
              <a:rPr sz="1200">
                <a:solidFill>
                  <a:srgbClr val="5E6D6C"/>
                </a:solidFill>
                <a:latin typeface="Arial"/>
                <a:ea typeface="Arial"/>
                <a:cs typeface="Arial"/>
              </a:rPr>
              <a:t>Assessment: EUR 5 alert budget. Production capacity follows an approved plan.</a:t>
            </a:r>
            <a:endParaRPr sz="1200"/>
          </a:p>
        </p:txBody>
      </p:sp>
      <p:sp>
        <p:nvSpPr>
          <p:cNvPr id="29" name="TextBox 53">
            <a:extLst xmlns:a="http://schemas.openxmlformats.org/drawingml/2006/main">
              <a:ext uri="{FF2B5EF4-FFF2-40B4-BE49-F238E27FC236}">
                <a16:creationId xmlns:a16="http://schemas.microsoft.com/office/drawing/2014/main" id="{6ED16376-6708-4765-A457-DD739CF18673}"/>
              </a:ext>
            </a:extLst>
          </p:cNvPr>
          <p:cNvSpPr>
            <a:spLocks xmlns:a="http://schemas.openxmlformats.org/drawingml/2006/main" noGrp="1"/>
          </p:cNvSpPr>
          <p:nvPr/>
        </p:nvSpPr>
        <p:spPr>
          <a:xfrm xmlns:a="http://schemas.openxmlformats.org/drawingml/2006/main">
            <a:off x="11099523" y="6349927"/>
            <a:ext cx="507987" cy="253994"/>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r">
              <a:buNone/>
            </a:pPr>
            <a:r>
              <a:rPr sz="1200">
                <a:solidFill>
                  <a:srgbClr val="00A99D"/>
                </a:solidFill>
                <a:latin typeface="Arial"/>
                <a:ea typeface="Arial"/>
                <a:cs typeface="Arial"/>
              </a:rPr>
              <a:t>09</a:t>
            </a:r>
            <a:endParaRPr sz="1200"/>
          </a:p>
        </p:txBody>
      </p:sp>
    </p:spTree>
    <p:extLst>
      <p:ext uri="{BB962C8B-B14F-4D97-AF65-F5344CB8AC3E}">
        <p14:creationId xmlns:p14="http://schemas.microsoft.com/office/powerpoint/2010/main" val="1729868687"/>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sp>
        <p:nvSpPr>
          <p:cNvPr id="2" name="Shape 1">
            <a:extLst xmlns:a="http://schemas.openxmlformats.org/drawingml/2006/main">
              <a:ext uri="{FF2B5EF4-FFF2-40B4-BE49-F238E27FC236}">
                <a16:creationId xmlns:a16="http://schemas.microsoft.com/office/drawing/2014/main" id="{B58ECA9A-ADB1-45DC-B1D7-A86887AC48DB}"/>
              </a:ext>
            </a:extLst>
          </p:cNvPr>
          <p:cNvSpPr>
            <a:spLocks xmlns:a="http://schemas.openxmlformats.org/drawingml/2006/main" noGrp="1"/>
          </p:cNvSpPr>
          <p:nvPr/>
        </p:nvSpPr>
        <p:spPr>
          <a:xfrm xmlns:a="http://schemas.openxmlformats.org/drawingml/2006/main">
            <a:off x="0" y="86"/>
            <a:ext cx="12191695" cy="6857829"/>
          </a:xfrm>
          <a:prstGeom xmlns:a="http://schemas.openxmlformats.org/drawingml/2006/main" prst="rect">
            <a:avLst/>
          </a:prstGeom>
          <a:solidFill xmlns:a="http://schemas.openxmlformats.org/drawingml/2006/main">
            <a:srgbClr val="162A2D"/>
          </a:solidFill>
        </p:spPr>
      </p:sp>
      <p:sp>
        <p:nvSpPr>
          <p:cNvPr id="3" name="TextBox 3">
            <a:extLst xmlns:a="http://schemas.openxmlformats.org/drawingml/2006/main">
              <a:ext uri="{FF2B5EF4-FFF2-40B4-BE49-F238E27FC236}">
                <a16:creationId xmlns:a16="http://schemas.microsoft.com/office/drawing/2014/main" id="{4A005EBE-7D5C-490E-9707-DDB69A0DDCE5}"/>
              </a:ext>
            </a:extLst>
          </p:cNvPr>
          <p:cNvSpPr>
            <a:spLocks xmlns:a="http://schemas.openxmlformats.org/drawingml/2006/main" noGrp="1"/>
          </p:cNvSpPr>
          <p:nvPr/>
        </p:nvSpPr>
        <p:spPr>
          <a:xfrm xmlns:a="http://schemas.openxmlformats.org/drawingml/2006/main">
            <a:off x="584185" y="457274"/>
            <a:ext cx="2476438" cy="215895"/>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buNone/>
            </a:pPr>
            <a:r>
              <a:rPr sz="1000" b="1" spc="200">
                <a:solidFill>
                  <a:srgbClr val="00A99D"/>
                </a:solidFill>
                <a:latin typeface="Arial"/>
                <a:ea typeface="Arial"/>
                <a:cs typeface="Arial"/>
              </a:rPr>
              <a:t>TASKS 04—06 · APPLIED ML</a:t>
            </a:r>
            <a:endParaRPr sz="1000"/>
          </a:p>
        </p:txBody>
      </p:sp>
      <p:sp>
        <p:nvSpPr>
          <p:cNvPr id="4" name="TextBox 5">
            <a:extLst xmlns:a="http://schemas.openxmlformats.org/drawingml/2006/main">
              <a:ext uri="{FF2B5EF4-FFF2-40B4-BE49-F238E27FC236}">
                <a16:creationId xmlns:a16="http://schemas.microsoft.com/office/drawing/2014/main" id="{7D50CF1D-0C57-428A-B41C-0365457817E8}"/>
              </a:ext>
            </a:extLst>
          </p:cNvPr>
          <p:cNvSpPr>
            <a:spLocks xmlns:a="http://schemas.openxmlformats.org/drawingml/2006/main" noGrp="1"/>
          </p:cNvSpPr>
          <p:nvPr/>
        </p:nvSpPr>
        <p:spPr>
          <a:xfrm xmlns:a="http://schemas.openxmlformats.org/drawingml/2006/main">
            <a:off x="584185" y="812865"/>
            <a:ext cx="9524762" cy="736582"/>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lnSpc>
                <a:spcPts val="3672"/>
              </a:lnSpc>
              <a:buNone/>
            </a:pPr>
            <a:r>
              <a:rPr sz="3400" spc="-150">
                <a:solidFill>
                  <a:srgbClr val="FFFFFF"/>
                </a:solidFill>
                <a:latin typeface="Arial"/>
                <a:ea typeface="Arial"/>
                <a:cs typeface="Arial"/>
              </a:rPr>
              <a:t>Three tasks. Three decisions I would defend.</a:t>
            </a:r>
            <a:endParaRPr sz="3400"/>
          </a:p>
        </p:txBody>
      </p:sp>
      <p:sp>
        <p:nvSpPr>
          <p:cNvPr id="5" name="Shape 7">
            <a:extLst xmlns:a="http://schemas.openxmlformats.org/drawingml/2006/main">
              <a:ext uri="{FF2B5EF4-FFF2-40B4-BE49-F238E27FC236}">
                <a16:creationId xmlns:a16="http://schemas.microsoft.com/office/drawing/2014/main" id="{B262F7DC-C49A-46D4-B6D3-EA979584D459}"/>
              </a:ext>
            </a:extLst>
          </p:cNvPr>
          <p:cNvSpPr>
            <a:spLocks xmlns:a="http://schemas.openxmlformats.org/drawingml/2006/main" noGrp="1"/>
          </p:cNvSpPr>
          <p:nvPr/>
        </p:nvSpPr>
        <p:spPr>
          <a:xfrm xmlns:a="http://schemas.openxmlformats.org/drawingml/2006/main">
            <a:off x="584185" y="2019335"/>
            <a:ext cx="3365416" cy="4127397"/>
          </a:xfrm>
          <a:prstGeom xmlns:a="http://schemas.openxmlformats.org/drawingml/2006/main" prst="rect">
            <a:avLst/>
          </a:prstGeom>
          <a:solidFill xmlns:a="http://schemas.openxmlformats.org/drawingml/2006/main">
            <a:srgbClr val="FFFFFF">
              <a:alpha val="6000"/>
            </a:srgbClr>
          </a:solidFill>
        </p:spPr>
      </p:sp>
      <p:pic>
        <p:nvPicPr>
          <p:cNvPr id="35" name="Picture 7"/>
          <p:cNvPicPr>
            <a:picLocks xmlns:a="http://schemas.openxmlformats.org/drawingml/2006/main" noChangeAspect="1"/>
          </p:cNvPicPr>
          <p:nvPr/>
        </p:nvPicPr>
        <p:blipFill>
          <a:blip xmlns:r="http://schemas.openxmlformats.org/officeDocument/2006/relationships" xmlns:a="http://schemas.openxmlformats.org/drawingml/2006/main" r:embed="R721d371717334ae3">
            <a:extLst>
              <a:ext uri="{96DAC541-7B7A-43D3-8B79-37D633B846F1}">
                <asvg:svgBlip xmlns:asvg="http://schemas.microsoft.com/office/drawing/2016/SVG/main" r:embed="Reeaa80ca46e24e3b"/>
              </a:ext>
            </a:extLst>
          </a:blip>
          <a:stretch xmlns:a="http://schemas.openxmlformats.org/drawingml/2006/main">
            <a:fillRect l="0" t="0" r="0" b="0"/>
          </a:stretch>
        </p:blipFill>
        <p:spPr>
          <a:xfrm xmlns:a="http://schemas.openxmlformats.org/drawingml/2006/main">
            <a:off x="584185" y="2019335"/>
            <a:ext cx="3365416" cy="4127397"/>
          </a:xfrm>
          <a:prstGeom xmlns:a="http://schemas.openxmlformats.org/drawingml/2006/main" prst="rect">
            <a:avLst/>
          </a:prstGeom>
        </p:spPr>
      </p:pic>
      <p:sp>
        <p:nvSpPr>
          <p:cNvPr id="7" name="TextBox 9">
            <a:extLst xmlns:a="http://schemas.openxmlformats.org/drawingml/2006/main">
              <a:ext uri="{FF2B5EF4-FFF2-40B4-BE49-F238E27FC236}">
                <a16:creationId xmlns:a16="http://schemas.microsoft.com/office/drawing/2014/main" id="{C0F70A3B-E013-472B-B9DF-C1B12111244D}"/>
              </a:ext>
            </a:extLst>
          </p:cNvPr>
          <p:cNvSpPr>
            <a:spLocks xmlns:a="http://schemas.openxmlformats.org/drawingml/2006/main" noGrp="1"/>
          </p:cNvSpPr>
          <p:nvPr/>
        </p:nvSpPr>
        <p:spPr>
          <a:xfrm xmlns:a="http://schemas.openxmlformats.org/drawingml/2006/main">
            <a:off x="825479" y="2298728"/>
            <a:ext cx="2882828" cy="857229"/>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lnSpc>
                <a:spcPts val="6750"/>
              </a:lnSpc>
              <a:buNone/>
            </a:pPr>
            <a:r>
              <a:rPr sz="7500" b="1" spc="-450">
                <a:solidFill>
                  <a:srgbClr val="FFFFFF">
                    <a:alpha val="18000"/>
                  </a:srgbClr>
                </a:solidFill>
                <a:latin typeface="Arial"/>
                <a:ea typeface="Arial"/>
                <a:cs typeface="Arial"/>
              </a:rPr>
              <a:t>04</a:t>
            </a:r>
            <a:endParaRPr sz="7500"/>
          </a:p>
        </p:txBody>
      </p:sp>
      <p:sp>
        <p:nvSpPr>
          <p:cNvPr id="8" name="TextBox 11">
            <a:extLst xmlns:a="http://schemas.openxmlformats.org/drawingml/2006/main">
              <a:ext uri="{FF2B5EF4-FFF2-40B4-BE49-F238E27FC236}">
                <a16:creationId xmlns:a16="http://schemas.microsoft.com/office/drawing/2014/main" id="{6DC588E3-A543-453D-91B8-054D925EA097}"/>
              </a:ext>
            </a:extLst>
          </p:cNvPr>
          <p:cNvSpPr>
            <a:spLocks xmlns:a="http://schemas.openxmlformats.org/drawingml/2006/main" noGrp="1"/>
          </p:cNvSpPr>
          <p:nvPr/>
        </p:nvSpPr>
        <p:spPr>
          <a:xfrm xmlns:a="http://schemas.openxmlformats.org/drawingml/2006/main">
            <a:off x="825479" y="3232155"/>
            <a:ext cx="2882828" cy="534776"/>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lnSpc>
                <a:spcPts val="2106"/>
              </a:lnSpc>
              <a:buNone/>
            </a:pPr>
            <a:r>
              <a:rPr sz="1950" b="1">
                <a:solidFill>
                  <a:srgbClr val="FFFFFF"/>
                </a:solidFill>
                <a:latin typeface="Arial"/>
                <a:ea typeface="Arial"/>
                <a:cs typeface="Arial"/>
              </a:rPr>
              <a:t>Failure</a:t>
            </a:r>
            <a:endParaRPr sz="1950"/>
          </a:p>
          <a:p xmlns:a="http://schemas.openxmlformats.org/drawingml/2006/main">
            <a:pPr marL="0" indent="0" algn="l">
              <a:lnSpc>
                <a:spcPts val="2106"/>
              </a:lnSpc>
              <a:buNone/>
            </a:pPr>
            <a:r>
              <a:rPr sz="1950" b="1">
                <a:solidFill>
                  <a:srgbClr val="FFFFFF"/>
                </a:solidFill>
                <a:latin typeface="Arial"/>
                <a:ea typeface="Arial"/>
                <a:cs typeface="Arial"/>
              </a:rPr>
              <a:t>prediction</a:t>
            </a:r>
            <a:endParaRPr sz="1950"/>
          </a:p>
        </p:txBody>
      </p:sp>
      <p:sp>
        <p:nvSpPr>
          <p:cNvPr id="9" name="TextBox 13">
            <a:extLst xmlns:a="http://schemas.openxmlformats.org/drawingml/2006/main">
              <a:ext uri="{FF2B5EF4-FFF2-40B4-BE49-F238E27FC236}">
                <a16:creationId xmlns:a16="http://schemas.microsoft.com/office/drawing/2014/main" id="{F6EDCFC5-2E1A-4B30-A46D-2E4F39E45106}"/>
              </a:ext>
            </a:extLst>
          </p:cNvPr>
          <p:cNvSpPr>
            <a:spLocks xmlns:a="http://schemas.openxmlformats.org/drawingml/2006/main" noGrp="1"/>
          </p:cNvSpPr>
          <p:nvPr/>
        </p:nvSpPr>
        <p:spPr>
          <a:xfrm xmlns:a="http://schemas.openxmlformats.org/drawingml/2006/main">
            <a:off x="825479" y="4084423"/>
            <a:ext cx="2882828" cy="473063"/>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lnSpc>
                <a:spcPts val="1863"/>
              </a:lnSpc>
              <a:buNone/>
            </a:pPr>
            <a:r>
              <a:rPr sz="1350">
                <a:solidFill>
                  <a:srgbClr val="B8C3C1"/>
                </a:solidFill>
                <a:latin typeface="Arial"/>
                <a:ea typeface="Arial"/>
                <a:cs typeface="Arial"/>
              </a:rPr>
              <a:t>Group identical feature vectors before CV and holdout.</a:t>
            </a:r>
            <a:endParaRPr sz="1350"/>
          </a:p>
        </p:txBody>
      </p:sp>
      <p:pic>
        <p:nvPicPr>
          <p:cNvPr id="39" name="Picture 15"/>
          <p:cNvPicPr>
            <a:picLocks xmlns:a="http://schemas.openxmlformats.org/drawingml/2006/main" noChangeAspect="1"/>
          </p:cNvPicPr>
          <p:nvPr/>
        </p:nvPicPr>
        <p:blipFill>
          <a:blip xmlns:r="http://schemas.openxmlformats.org/officeDocument/2006/relationships" xmlns:a="http://schemas.openxmlformats.org/drawingml/2006/main" r:embed="R67997cb97c9b4836">
            <a:extLst>
              <a:ext uri="{96DAC541-7B7A-43D3-8B79-37D633B846F1}">
                <asvg:svgBlip xmlns:asvg="http://schemas.microsoft.com/office/drawing/2016/SVG/main" r:embed="R85d45102c237495f"/>
              </a:ext>
            </a:extLst>
          </a:blip>
          <a:stretch xmlns:a="http://schemas.openxmlformats.org/drawingml/2006/main">
            <a:fillRect l="0" t="0" r="0" b="0"/>
          </a:stretch>
        </p:blipFill>
        <p:spPr>
          <a:xfrm xmlns:a="http://schemas.openxmlformats.org/drawingml/2006/main">
            <a:off x="825479" y="5245055"/>
            <a:ext cx="2793930" cy="634984"/>
          </a:xfrm>
          <a:prstGeom xmlns:a="http://schemas.openxmlformats.org/drawingml/2006/main" prst="rect">
            <a:avLst/>
          </a:prstGeom>
        </p:spPr>
      </p:pic>
      <p:sp>
        <p:nvSpPr>
          <p:cNvPr id="11" name="TextBox 15">
            <a:extLst xmlns:a="http://schemas.openxmlformats.org/drawingml/2006/main">
              <a:ext uri="{FF2B5EF4-FFF2-40B4-BE49-F238E27FC236}">
                <a16:creationId xmlns:a16="http://schemas.microsoft.com/office/drawing/2014/main" id="{9A3DF54E-3FA6-4540-86CF-8F6F69DDBA93}"/>
              </a:ext>
            </a:extLst>
          </p:cNvPr>
          <p:cNvSpPr>
            <a:spLocks xmlns:a="http://schemas.openxmlformats.org/drawingml/2006/main" noGrp="1"/>
          </p:cNvSpPr>
          <p:nvPr/>
        </p:nvSpPr>
        <p:spPr>
          <a:xfrm xmlns:a="http://schemas.openxmlformats.org/drawingml/2006/main">
            <a:off x="825479" y="5245055"/>
            <a:ext cx="2793930" cy="634984"/>
          </a:xfrm>
          <a:prstGeom xmlns:a="http://schemas.openxmlformats.org/drawingml/2006/main" prst="rect">
            <a:avLst/>
          </a:prstGeom>
          <a:noFill xmlns:a="http://schemas.openxmlformats.org/drawingml/2006/main"/>
        </p:spPr>
        <p:txBody>
          <a:bodyPr xmlns:a="http://schemas.openxmlformats.org/drawingml/2006/main" wrap="square" lIns="0" tIns="139697" rIns="0" bIns="0" anchor="t">
            <a:spAutoFit/>
          </a:bodyPr>
          <a:lstStyle xmlns:a="http://schemas.openxmlformats.org/drawingml/2006/main"/>
          <a:p xmlns:a="http://schemas.openxmlformats.org/drawingml/2006/main">
            <a:pPr marL="0" indent="0" algn="l">
              <a:buNone/>
            </a:pPr>
            <a:r>
              <a:rPr sz="1250">
                <a:solidFill>
                  <a:srgbClr val="00A99D"/>
                </a:solidFill>
                <a:latin typeface="Arial"/>
                <a:ea typeface="Arial"/>
                <a:cs typeface="Arial"/>
              </a:rPr>
              <a:t>Leakage risk shaped the pipeline.</a:t>
            </a:r>
            <a:endParaRPr sz="1250"/>
          </a:p>
        </p:txBody>
      </p:sp>
      <p:sp>
        <p:nvSpPr>
          <p:cNvPr id="12" name="Shape 18">
            <a:extLst xmlns:a="http://schemas.openxmlformats.org/drawingml/2006/main">
              <a:ext uri="{FF2B5EF4-FFF2-40B4-BE49-F238E27FC236}">
                <a16:creationId xmlns:a16="http://schemas.microsoft.com/office/drawing/2014/main" id="{D6C6D2E1-AF62-4369-BB19-25FD12818559}"/>
              </a:ext>
            </a:extLst>
          </p:cNvPr>
          <p:cNvSpPr>
            <a:spLocks xmlns:a="http://schemas.openxmlformats.org/drawingml/2006/main" noGrp="1"/>
          </p:cNvSpPr>
          <p:nvPr/>
        </p:nvSpPr>
        <p:spPr>
          <a:xfrm xmlns:a="http://schemas.openxmlformats.org/drawingml/2006/main">
            <a:off x="4413140" y="2019335"/>
            <a:ext cx="3365416" cy="4127397"/>
          </a:xfrm>
          <a:prstGeom xmlns:a="http://schemas.openxmlformats.org/drawingml/2006/main" prst="rect">
            <a:avLst/>
          </a:prstGeom>
          <a:solidFill xmlns:a="http://schemas.openxmlformats.org/drawingml/2006/main">
            <a:srgbClr val="F4F1EA"/>
          </a:solidFill>
        </p:spPr>
      </p:sp>
      <p:sp>
        <p:nvSpPr>
          <p:cNvPr id="13" name="TextBox 20">
            <a:extLst xmlns:a="http://schemas.openxmlformats.org/drawingml/2006/main">
              <a:ext uri="{FF2B5EF4-FFF2-40B4-BE49-F238E27FC236}">
                <a16:creationId xmlns:a16="http://schemas.microsoft.com/office/drawing/2014/main" id="{8DBD7607-BB2F-4362-A894-ECF8701A09AB}"/>
              </a:ext>
            </a:extLst>
          </p:cNvPr>
          <p:cNvSpPr>
            <a:spLocks xmlns:a="http://schemas.openxmlformats.org/drawingml/2006/main" noGrp="1"/>
          </p:cNvSpPr>
          <p:nvPr/>
        </p:nvSpPr>
        <p:spPr>
          <a:xfrm xmlns:a="http://schemas.openxmlformats.org/drawingml/2006/main">
            <a:off x="4654434" y="2260629"/>
            <a:ext cx="2882828" cy="857229"/>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lnSpc>
                <a:spcPts val="6750"/>
              </a:lnSpc>
              <a:buNone/>
            </a:pPr>
            <a:r>
              <a:rPr sz="7500" b="1" spc="-450">
                <a:solidFill>
                  <a:srgbClr val="162A2D">
                    <a:alpha val="13000"/>
                  </a:srgbClr>
                </a:solidFill>
                <a:latin typeface="Arial"/>
                <a:ea typeface="Arial"/>
                <a:cs typeface="Arial"/>
              </a:rPr>
              <a:t>05</a:t>
            </a:r>
            <a:endParaRPr sz="7500"/>
          </a:p>
        </p:txBody>
      </p:sp>
      <p:sp>
        <p:nvSpPr>
          <p:cNvPr id="14" name="TextBox 22">
            <a:extLst xmlns:a="http://schemas.openxmlformats.org/drawingml/2006/main">
              <a:ext uri="{FF2B5EF4-FFF2-40B4-BE49-F238E27FC236}">
                <a16:creationId xmlns:a16="http://schemas.microsoft.com/office/drawing/2014/main" id="{779D6199-D7AA-41F6-82CF-8F44F50F103D}"/>
              </a:ext>
            </a:extLst>
          </p:cNvPr>
          <p:cNvSpPr>
            <a:spLocks xmlns:a="http://schemas.openxmlformats.org/drawingml/2006/main" noGrp="1"/>
          </p:cNvSpPr>
          <p:nvPr/>
        </p:nvSpPr>
        <p:spPr>
          <a:xfrm xmlns:a="http://schemas.openxmlformats.org/drawingml/2006/main">
            <a:off x="4654434" y="3194056"/>
            <a:ext cx="2882828" cy="534776"/>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lnSpc>
                <a:spcPts val="2106"/>
              </a:lnSpc>
              <a:buNone/>
            </a:pPr>
            <a:r>
              <a:rPr sz="1950" b="1">
                <a:solidFill>
                  <a:srgbClr val="162A2D"/>
                </a:solidFill>
                <a:latin typeface="Arial"/>
                <a:ea typeface="Arial"/>
                <a:cs typeface="Arial"/>
              </a:rPr>
              <a:t>Material</a:t>
            </a:r>
            <a:endParaRPr sz="1950"/>
          </a:p>
          <a:p xmlns:a="http://schemas.openxmlformats.org/drawingml/2006/main">
            <a:pPr marL="0" indent="0" algn="l">
              <a:lnSpc>
                <a:spcPts val="2106"/>
              </a:lnSpc>
              <a:buNone/>
            </a:pPr>
            <a:r>
              <a:rPr sz="1950" b="1">
                <a:solidFill>
                  <a:srgbClr val="162A2D"/>
                </a:solidFill>
                <a:latin typeface="Arial"/>
                <a:ea typeface="Arial"/>
                <a:cs typeface="Arial"/>
              </a:rPr>
              <a:t>similarity</a:t>
            </a:r>
            <a:endParaRPr sz="1950"/>
          </a:p>
        </p:txBody>
      </p:sp>
      <p:sp>
        <p:nvSpPr>
          <p:cNvPr id="15" name="TextBox 24">
            <a:extLst xmlns:a="http://schemas.openxmlformats.org/drawingml/2006/main">
              <a:ext uri="{FF2B5EF4-FFF2-40B4-BE49-F238E27FC236}">
                <a16:creationId xmlns:a16="http://schemas.microsoft.com/office/drawing/2014/main" id="{5C89F711-A260-4B18-9630-C77D5DAEE8CC}"/>
              </a:ext>
            </a:extLst>
          </p:cNvPr>
          <p:cNvSpPr>
            <a:spLocks xmlns:a="http://schemas.openxmlformats.org/drawingml/2006/main" noGrp="1"/>
          </p:cNvSpPr>
          <p:nvPr/>
        </p:nvSpPr>
        <p:spPr>
          <a:xfrm xmlns:a="http://schemas.openxmlformats.org/drawingml/2006/main">
            <a:off x="4654434" y="4046324"/>
            <a:ext cx="2882828" cy="473063"/>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lnSpc>
                <a:spcPts val="1863"/>
              </a:lnSpc>
              <a:buNone/>
            </a:pPr>
            <a:r>
              <a:rPr sz="1350">
                <a:solidFill>
                  <a:srgbClr val="5E6D6C"/>
                </a:solidFill>
                <a:latin typeface="Arial"/>
                <a:ea typeface="Arial"/>
                <a:cs typeface="Arial"/>
              </a:rPr>
              <a:t>Use lexical evidence before embeddings or ANN complexity.</a:t>
            </a:r>
            <a:endParaRPr sz="1350"/>
          </a:p>
        </p:txBody>
      </p:sp>
      <p:pic>
        <p:nvPicPr>
          <p:cNvPr id="45" name="Picture 26"/>
          <p:cNvPicPr>
            <a:picLocks xmlns:a="http://schemas.openxmlformats.org/drawingml/2006/main" noChangeAspect="1"/>
          </p:cNvPicPr>
          <p:nvPr/>
        </p:nvPicPr>
        <p:blipFill>
          <a:blip xmlns:r="http://schemas.openxmlformats.org/officeDocument/2006/relationships" xmlns:a="http://schemas.openxmlformats.org/drawingml/2006/main" r:embed="R988496ec8aec4d80">
            <a:extLst>
              <a:ext uri="{96DAC541-7B7A-43D3-8B79-37D633B846F1}">
                <asvg:svgBlip xmlns:asvg="http://schemas.microsoft.com/office/drawing/2016/SVG/main" r:embed="Rb2d31e1f76464e53"/>
              </a:ext>
            </a:extLst>
          </a:blip>
          <a:stretch xmlns:a="http://schemas.openxmlformats.org/drawingml/2006/main">
            <a:fillRect l="0" t="0" r="0" b="0"/>
          </a:stretch>
        </p:blipFill>
        <p:spPr>
          <a:xfrm xmlns:a="http://schemas.openxmlformats.org/drawingml/2006/main">
            <a:off x="4654434" y="5245055"/>
            <a:ext cx="2793930" cy="634984"/>
          </a:xfrm>
          <a:prstGeom xmlns:a="http://schemas.openxmlformats.org/drawingml/2006/main" prst="rect">
            <a:avLst/>
          </a:prstGeom>
        </p:spPr>
      </p:pic>
      <p:sp>
        <p:nvSpPr>
          <p:cNvPr id="17" name="TextBox 26">
            <a:extLst xmlns:a="http://schemas.openxmlformats.org/drawingml/2006/main">
              <a:ext uri="{FF2B5EF4-FFF2-40B4-BE49-F238E27FC236}">
                <a16:creationId xmlns:a16="http://schemas.microsoft.com/office/drawing/2014/main" id="{4F48C13D-13B8-45D3-8913-5A72FD278FB4}"/>
              </a:ext>
            </a:extLst>
          </p:cNvPr>
          <p:cNvSpPr>
            <a:spLocks xmlns:a="http://schemas.openxmlformats.org/drawingml/2006/main" noGrp="1"/>
          </p:cNvSpPr>
          <p:nvPr/>
        </p:nvSpPr>
        <p:spPr>
          <a:xfrm xmlns:a="http://schemas.openxmlformats.org/drawingml/2006/main">
            <a:off x="4654434" y="5245055"/>
            <a:ext cx="2793930" cy="634984"/>
          </a:xfrm>
          <a:prstGeom xmlns:a="http://schemas.openxmlformats.org/drawingml/2006/main" prst="rect">
            <a:avLst/>
          </a:prstGeom>
          <a:noFill xmlns:a="http://schemas.openxmlformats.org/drawingml/2006/main"/>
        </p:spPr>
        <p:txBody>
          <a:bodyPr xmlns:a="http://schemas.openxmlformats.org/drawingml/2006/main" wrap="square" lIns="0" tIns="139697" rIns="0" bIns="0" anchor="t">
            <a:spAutoFit/>
          </a:bodyPr>
          <a:lstStyle xmlns:a="http://schemas.openxmlformats.org/drawingml/2006/main"/>
          <a:p xmlns:a="http://schemas.openxmlformats.org/drawingml/2006/main">
            <a:pPr marL="0" indent="0" algn="l">
              <a:buNone/>
            </a:pPr>
            <a:r>
              <a:rPr sz="1250">
                <a:solidFill>
                  <a:srgbClr val="00A99D"/>
                </a:solidFill>
                <a:latin typeface="Arial"/>
                <a:ea typeface="Arial"/>
                <a:cs typeface="Arial"/>
              </a:rPr>
              <a:t>Blank descriptions must abstain.</a:t>
            </a:r>
            <a:endParaRPr sz="1250"/>
          </a:p>
        </p:txBody>
      </p:sp>
      <p:sp>
        <p:nvSpPr>
          <p:cNvPr id="18" name="Shape 29">
            <a:extLst xmlns:a="http://schemas.openxmlformats.org/drawingml/2006/main">
              <a:ext uri="{FF2B5EF4-FFF2-40B4-BE49-F238E27FC236}">
                <a16:creationId xmlns:a16="http://schemas.microsoft.com/office/drawing/2014/main" id="{AB308C41-A8B6-4386-AFDB-C64AD9D817A4}"/>
              </a:ext>
            </a:extLst>
          </p:cNvPr>
          <p:cNvSpPr>
            <a:spLocks xmlns:a="http://schemas.openxmlformats.org/drawingml/2006/main" noGrp="1"/>
          </p:cNvSpPr>
          <p:nvPr/>
        </p:nvSpPr>
        <p:spPr>
          <a:xfrm xmlns:a="http://schemas.openxmlformats.org/drawingml/2006/main">
            <a:off x="8242094" y="2019335"/>
            <a:ext cx="3365416" cy="4127397"/>
          </a:xfrm>
          <a:prstGeom xmlns:a="http://schemas.openxmlformats.org/drawingml/2006/main" prst="rect">
            <a:avLst/>
          </a:prstGeom>
          <a:solidFill xmlns:a="http://schemas.openxmlformats.org/drawingml/2006/main">
            <a:srgbClr val="FFFFFF">
              <a:alpha val="6000"/>
            </a:srgbClr>
          </a:solidFill>
        </p:spPr>
      </p:sp>
      <p:pic>
        <p:nvPicPr>
          <p:cNvPr id="48" name="Picture 29"/>
          <p:cNvPicPr>
            <a:picLocks xmlns:a="http://schemas.openxmlformats.org/drawingml/2006/main" noChangeAspect="1"/>
          </p:cNvPicPr>
          <p:nvPr/>
        </p:nvPicPr>
        <p:blipFill>
          <a:blip xmlns:r="http://schemas.openxmlformats.org/officeDocument/2006/relationships" xmlns:a="http://schemas.openxmlformats.org/drawingml/2006/main" r:embed="R1df1d6bdb3b44224">
            <a:extLst>
              <a:ext uri="{96DAC541-7B7A-43D3-8B79-37D633B846F1}">
                <asvg:svgBlip xmlns:asvg="http://schemas.microsoft.com/office/drawing/2016/SVG/main" r:embed="R05aa31709c5d48ae"/>
              </a:ext>
            </a:extLst>
          </a:blip>
          <a:stretch xmlns:a="http://schemas.openxmlformats.org/drawingml/2006/main">
            <a:fillRect l="0" t="0" r="0" b="0"/>
          </a:stretch>
        </p:blipFill>
        <p:spPr>
          <a:xfrm xmlns:a="http://schemas.openxmlformats.org/drawingml/2006/main">
            <a:off x="8242094" y="2019335"/>
            <a:ext cx="3365416" cy="4127397"/>
          </a:xfrm>
          <a:prstGeom xmlns:a="http://schemas.openxmlformats.org/drawingml/2006/main" prst="rect">
            <a:avLst/>
          </a:prstGeom>
        </p:spPr>
      </p:pic>
      <p:sp>
        <p:nvSpPr>
          <p:cNvPr id="20" name="TextBox 31">
            <a:extLst xmlns:a="http://schemas.openxmlformats.org/drawingml/2006/main">
              <a:ext uri="{FF2B5EF4-FFF2-40B4-BE49-F238E27FC236}">
                <a16:creationId xmlns:a16="http://schemas.microsoft.com/office/drawing/2014/main" id="{18C04098-7C4E-4F12-92C9-E1220DDE4CBC}"/>
              </a:ext>
            </a:extLst>
          </p:cNvPr>
          <p:cNvSpPr>
            <a:spLocks xmlns:a="http://schemas.openxmlformats.org/drawingml/2006/main" noGrp="1"/>
          </p:cNvSpPr>
          <p:nvPr/>
        </p:nvSpPr>
        <p:spPr>
          <a:xfrm xmlns:a="http://schemas.openxmlformats.org/drawingml/2006/main">
            <a:off x="8483388" y="2260629"/>
            <a:ext cx="2882828" cy="857229"/>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lnSpc>
                <a:spcPts val="6750"/>
              </a:lnSpc>
              <a:buNone/>
            </a:pPr>
            <a:r>
              <a:rPr sz="7500" b="1" spc="-450">
                <a:solidFill>
                  <a:srgbClr val="FFFFFF">
                    <a:alpha val="18000"/>
                  </a:srgbClr>
                </a:solidFill>
                <a:latin typeface="Arial"/>
                <a:ea typeface="Arial"/>
                <a:cs typeface="Arial"/>
              </a:rPr>
              <a:t>06</a:t>
            </a:r>
            <a:endParaRPr sz="7500"/>
          </a:p>
        </p:txBody>
      </p:sp>
      <p:sp>
        <p:nvSpPr>
          <p:cNvPr id="21" name="TextBox 33">
            <a:extLst xmlns:a="http://schemas.openxmlformats.org/drawingml/2006/main">
              <a:ext uri="{FF2B5EF4-FFF2-40B4-BE49-F238E27FC236}">
                <a16:creationId xmlns:a16="http://schemas.microsoft.com/office/drawing/2014/main" id="{E3BCE825-FE80-46BE-946C-734C38A3D201}"/>
              </a:ext>
            </a:extLst>
          </p:cNvPr>
          <p:cNvSpPr>
            <a:spLocks xmlns:a="http://schemas.openxmlformats.org/drawingml/2006/main" noGrp="1"/>
          </p:cNvSpPr>
          <p:nvPr/>
        </p:nvSpPr>
        <p:spPr>
          <a:xfrm xmlns:a="http://schemas.openxmlformats.org/drawingml/2006/main">
            <a:off x="8483388" y="3194056"/>
            <a:ext cx="2882828" cy="534776"/>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lnSpc>
                <a:spcPts val="2106"/>
              </a:lnSpc>
              <a:buNone/>
            </a:pPr>
            <a:r>
              <a:rPr sz="1950" b="1">
                <a:solidFill>
                  <a:srgbClr val="FFFFFF"/>
                </a:solidFill>
                <a:latin typeface="Arial"/>
                <a:ea typeface="Arial"/>
                <a:cs typeface="Arial"/>
              </a:rPr>
              <a:t>Category</a:t>
            </a:r>
            <a:endParaRPr sz="1950"/>
          </a:p>
          <a:p xmlns:a="http://schemas.openxmlformats.org/drawingml/2006/main">
            <a:pPr marL="0" indent="0" algn="l">
              <a:lnSpc>
                <a:spcPts val="2106"/>
              </a:lnSpc>
              <a:buNone/>
            </a:pPr>
            <a:r>
              <a:rPr sz="1950" b="1">
                <a:solidFill>
                  <a:srgbClr val="FFFFFF"/>
                </a:solidFill>
                <a:latin typeface="Arial"/>
                <a:ea typeface="Arial"/>
                <a:cs typeface="Arial"/>
              </a:rPr>
              <a:t>consolidation</a:t>
            </a:r>
            <a:endParaRPr sz="1950"/>
          </a:p>
        </p:txBody>
      </p:sp>
      <p:sp>
        <p:nvSpPr>
          <p:cNvPr id="22" name="TextBox 35">
            <a:extLst xmlns:a="http://schemas.openxmlformats.org/drawingml/2006/main">
              <a:ext uri="{FF2B5EF4-FFF2-40B4-BE49-F238E27FC236}">
                <a16:creationId xmlns:a16="http://schemas.microsoft.com/office/drawing/2014/main" id="{FE50975B-8B44-4594-9D0E-5F6871ED5CA6}"/>
              </a:ext>
            </a:extLst>
          </p:cNvPr>
          <p:cNvSpPr>
            <a:spLocks xmlns:a="http://schemas.openxmlformats.org/drawingml/2006/main" noGrp="1"/>
          </p:cNvSpPr>
          <p:nvPr/>
        </p:nvSpPr>
        <p:spPr>
          <a:xfrm xmlns:a="http://schemas.openxmlformats.org/drawingml/2006/main">
            <a:off x="8483388" y="4046324"/>
            <a:ext cx="2882828" cy="473063"/>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lnSpc>
                <a:spcPts val="1863"/>
              </a:lnSpc>
              <a:buNone/>
            </a:pPr>
            <a:r>
              <a:rPr sz="1350">
                <a:solidFill>
                  <a:srgbClr val="B8C3C1"/>
                </a:solidFill>
                <a:latin typeface="Arial"/>
                <a:ea typeface="Arial"/>
                <a:cs typeface="Arial"/>
              </a:rPr>
              <a:t>Fit vocabulary once; map unseen values predictably.</a:t>
            </a:r>
            <a:endParaRPr sz="1350"/>
          </a:p>
        </p:txBody>
      </p:sp>
      <p:pic>
        <p:nvPicPr>
          <p:cNvPr id="52" name="Picture 37"/>
          <p:cNvPicPr>
            <a:picLocks xmlns:a="http://schemas.openxmlformats.org/drawingml/2006/main" noChangeAspect="1"/>
          </p:cNvPicPr>
          <p:nvPr/>
        </p:nvPicPr>
        <p:blipFill>
          <a:blip xmlns:r="http://schemas.openxmlformats.org/officeDocument/2006/relationships" xmlns:a="http://schemas.openxmlformats.org/drawingml/2006/main" r:embed="R2bc6a005562c4a3b">
            <a:extLst>
              <a:ext uri="{96DAC541-7B7A-43D3-8B79-37D633B846F1}">
                <asvg:svgBlip xmlns:asvg="http://schemas.microsoft.com/office/drawing/2016/SVG/main" r:embed="Raf8fa3c1296f4a39"/>
              </a:ext>
            </a:extLst>
          </a:blip>
          <a:stretch xmlns:a="http://schemas.openxmlformats.org/drawingml/2006/main">
            <a:fillRect l="0" t="0" r="0" b="0"/>
          </a:stretch>
        </p:blipFill>
        <p:spPr>
          <a:xfrm xmlns:a="http://schemas.openxmlformats.org/drawingml/2006/main">
            <a:off x="8483388" y="5206956"/>
            <a:ext cx="2793930" cy="634984"/>
          </a:xfrm>
          <a:prstGeom xmlns:a="http://schemas.openxmlformats.org/drawingml/2006/main" prst="rect">
            <a:avLst/>
          </a:prstGeom>
        </p:spPr>
      </p:pic>
      <p:sp>
        <p:nvSpPr>
          <p:cNvPr id="24" name="TextBox 37">
            <a:extLst xmlns:a="http://schemas.openxmlformats.org/drawingml/2006/main">
              <a:ext uri="{FF2B5EF4-FFF2-40B4-BE49-F238E27FC236}">
                <a16:creationId xmlns:a16="http://schemas.microsoft.com/office/drawing/2014/main" id="{3A0F57B1-F330-4781-87E2-BF7F13973A41}"/>
              </a:ext>
            </a:extLst>
          </p:cNvPr>
          <p:cNvSpPr>
            <a:spLocks xmlns:a="http://schemas.openxmlformats.org/drawingml/2006/main" noGrp="1"/>
          </p:cNvSpPr>
          <p:nvPr/>
        </p:nvSpPr>
        <p:spPr>
          <a:xfrm xmlns:a="http://schemas.openxmlformats.org/drawingml/2006/main">
            <a:off x="8483388" y="5206956"/>
            <a:ext cx="2793930" cy="634984"/>
          </a:xfrm>
          <a:prstGeom xmlns:a="http://schemas.openxmlformats.org/drawingml/2006/main" prst="rect">
            <a:avLst/>
          </a:prstGeom>
          <a:noFill xmlns:a="http://schemas.openxmlformats.org/drawingml/2006/main"/>
        </p:spPr>
        <p:txBody>
          <a:bodyPr xmlns:a="http://schemas.openxmlformats.org/drawingml/2006/main" wrap="square" lIns="0" tIns="139697" rIns="0" bIns="0" anchor="t">
            <a:spAutoFit/>
          </a:bodyPr>
          <a:lstStyle xmlns:a="http://schemas.openxmlformats.org/drawingml/2006/main"/>
          <a:p xmlns:a="http://schemas.openxmlformats.org/drawingml/2006/main">
            <a:pPr marL="0" indent="0" algn="l">
              <a:buNone/>
            </a:pPr>
            <a:r>
              <a:rPr sz="1250">
                <a:solidFill>
                  <a:srgbClr val="00A99D"/>
                </a:solidFill>
                <a:latin typeface="Arial"/>
                <a:ea typeface="Arial"/>
                <a:cs typeface="Arial"/>
              </a:rPr>
              <a:t>Training state stays frozen.</a:t>
            </a:r>
            <a:endParaRPr sz="1250"/>
          </a:p>
        </p:txBody>
      </p:sp>
      <p:sp>
        <p:nvSpPr>
          <p:cNvPr id="25" name="TextBox 40">
            <a:extLst xmlns:a="http://schemas.openxmlformats.org/drawingml/2006/main">
              <a:ext uri="{FF2B5EF4-FFF2-40B4-BE49-F238E27FC236}">
                <a16:creationId xmlns:a16="http://schemas.microsoft.com/office/drawing/2014/main" id="{A639B74C-A991-4603-9B61-E6BAC37BAAAB}"/>
              </a:ext>
            </a:extLst>
          </p:cNvPr>
          <p:cNvSpPr>
            <a:spLocks xmlns:a="http://schemas.openxmlformats.org/drawingml/2006/main" noGrp="1"/>
          </p:cNvSpPr>
          <p:nvPr/>
        </p:nvSpPr>
        <p:spPr>
          <a:xfrm xmlns:a="http://schemas.openxmlformats.org/drawingml/2006/main">
            <a:off x="11099523" y="6362627"/>
            <a:ext cx="507987" cy="253994"/>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r">
              <a:buNone/>
            </a:pPr>
            <a:r>
              <a:rPr sz="1200">
                <a:solidFill>
                  <a:srgbClr val="00A99D"/>
                </a:solidFill>
                <a:latin typeface="Arial"/>
                <a:ea typeface="Arial"/>
                <a:cs typeface="Arial"/>
              </a:rPr>
              <a:t>10</a:t>
            </a:r>
            <a:endParaRPr sz="1200"/>
          </a:p>
        </p:txBody>
      </p:sp>
    </p:spTree>
    <p:extLst>
      <p:ext uri="{BB962C8B-B14F-4D97-AF65-F5344CB8AC3E}">
        <p14:creationId xmlns:p14="http://schemas.microsoft.com/office/powerpoint/2010/main" val="1558156110"/>
      </p:ext>
    </p:extLst>
  </p:cSld>
</p:sld>
</file>

<file path=ppt/slides/slide11.xml><?xml version="1.0" encoding="utf-8"?>
<p:sld xmlns:p="http://schemas.openxmlformats.org/presentationml/2006/main">
  <p:cSld>
    <p:spTree>
      <p:nvGrpSpPr>
        <p:cNvPr id="1" name=""/>
        <p:cNvGrpSpPr/>
        <p:nvPr/>
      </p:nvGrpSpPr>
      <p:grpSpPr>
        <a:xfrm xmlns:a="http://schemas.openxmlformats.org/drawingml/2006/main"/>
      </p:grpSpPr>
      <p:sp>
        <p:nvSpPr>
          <p:cNvPr id="2" name="Shape 1">
            <a:extLst xmlns:a="http://schemas.openxmlformats.org/drawingml/2006/main">
              <a:ext uri="{FF2B5EF4-FFF2-40B4-BE49-F238E27FC236}">
                <a16:creationId xmlns:a16="http://schemas.microsoft.com/office/drawing/2014/main" id="{11330DD9-918E-46FF-86A5-3E7999827765}"/>
              </a:ext>
            </a:extLst>
          </p:cNvPr>
          <p:cNvSpPr>
            <a:spLocks xmlns:a="http://schemas.openxmlformats.org/drawingml/2006/main" noGrp="1"/>
          </p:cNvSpPr>
          <p:nvPr/>
        </p:nvSpPr>
        <p:spPr>
          <a:xfrm xmlns:a="http://schemas.openxmlformats.org/drawingml/2006/main">
            <a:off x="0" y="86"/>
            <a:ext cx="12191695" cy="6857829"/>
          </a:xfrm>
          <a:prstGeom xmlns:a="http://schemas.openxmlformats.org/drawingml/2006/main" prst="rect">
            <a:avLst/>
          </a:prstGeom>
          <a:solidFill xmlns:a="http://schemas.openxmlformats.org/drawingml/2006/main">
            <a:srgbClr val="F4F1EA"/>
          </a:solidFill>
        </p:spPr>
      </p:sp>
      <p:sp>
        <p:nvSpPr>
          <p:cNvPr id="3" name="TextBox 3">
            <a:extLst xmlns:a="http://schemas.openxmlformats.org/drawingml/2006/main">
              <a:ext uri="{FF2B5EF4-FFF2-40B4-BE49-F238E27FC236}">
                <a16:creationId xmlns:a16="http://schemas.microsoft.com/office/drawing/2014/main" id="{F4BF1720-C98F-48FA-B0BB-12E09C61C58C}"/>
              </a:ext>
            </a:extLst>
          </p:cNvPr>
          <p:cNvSpPr>
            <a:spLocks xmlns:a="http://schemas.openxmlformats.org/drawingml/2006/main" noGrp="1"/>
          </p:cNvSpPr>
          <p:nvPr/>
        </p:nvSpPr>
        <p:spPr>
          <a:xfrm xmlns:a="http://schemas.openxmlformats.org/drawingml/2006/main">
            <a:off x="584185" y="457274"/>
            <a:ext cx="2730432" cy="215895"/>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buNone/>
            </a:pPr>
            <a:r>
              <a:rPr sz="1000" b="1" spc="200">
                <a:solidFill>
                  <a:srgbClr val="00A99D"/>
                </a:solidFill>
                <a:latin typeface="Arial"/>
                <a:ea typeface="Arial"/>
                <a:cs typeface="Arial"/>
              </a:rPr>
              <a:t>TASK 04 · FAILURE PREDICTION</a:t>
            </a:r>
            <a:endParaRPr sz="1000"/>
          </a:p>
        </p:txBody>
      </p:sp>
      <p:sp>
        <p:nvSpPr>
          <p:cNvPr id="4" name="TextBox 5">
            <a:extLst xmlns:a="http://schemas.openxmlformats.org/drawingml/2006/main">
              <a:ext uri="{FF2B5EF4-FFF2-40B4-BE49-F238E27FC236}">
                <a16:creationId xmlns:a16="http://schemas.microsoft.com/office/drawing/2014/main" id="{28016578-C758-4261-82C4-3CDFC2DD9A54}"/>
              </a:ext>
            </a:extLst>
          </p:cNvPr>
          <p:cNvSpPr>
            <a:spLocks xmlns:a="http://schemas.openxmlformats.org/drawingml/2006/main" noGrp="1"/>
          </p:cNvSpPr>
          <p:nvPr/>
        </p:nvSpPr>
        <p:spPr>
          <a:xfrm xmlns:a="http://schemas.openxmlformats.org/drawingml/2006/main">
            <a:off x="584185" y="812865"/>
            <a:ext cx="9588260" cy="736582"/>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lnSpc>
                <a:spcPts val="3564"/>
              </a:lnSpc>
              <a:buNone/>
            </a:pPr>
            <a:r>
              <a:rPr sz="3300" spc="-150">
                <a:solidFill>
                  <a:srgbClr val="162A2D"/>
                </a:solidFill>
                <a:latin typeface="Arial"/>
                <a:ea typeface="Arial"/>
                <a:cs typeface="Arial"/>
              </a:rPr>
              <a:t>Useful as a screen — not a crystal ball</a:t>
            </a:r>
            <a:endParaRPr sz="3300"/>
          </a:p>
        </p:txBody>
      </p:sp>
      <p:sp>
        <p:nvSpPr>
          <p:cNvPr id="5" name="Shape 7">
            <a:extLst xmlns:a="http://schemas.openxmlformats.org/drawingml/2006/main">
              <a:ext uri="{FF2B5EF4-FFF2-40B4-BE49-F238E27FC236}">
                <a16:creationId xmlns:a16="http://schemas.microsoft.com/office/drawing/2014/main" id="{8E5B8355-F906-4DFE-A6E6-F9B065DCB0CA}"/>
              </a:ext>
            </a:extLst>
          </p:cNvPr>
          <p:cNvSpPr>
            <a:spLocks xmlns:a="http://schemas.openxmlformats.org/drawingml/2006/main" noGrp="1"/>
          </p:cNvSpPr>
          <p:nvPr/>
        </p:nvSpPr>
        <p:spPr>
          <a:xfrm xmlns:a="http://schemas.openxmlformats.org/drawingml/2006/main">
            <a:off x="584185" y="2032035"/>
            <a:ext cx="4825879" cy="4127397"/>
          </a:xfrm>
          <a:prstGeom xmlns:a="http://schemas.openxmlformats.org/drawingml/2006/main" prst="roundRect">
            <a:avLst>
              <a:gd name="adj" fmla="val 6462"/>
            </a:avLst>
          </a:prstGeom>
          <a:solidFill xmlns:a="http://schemas.openxmlformats.org/drawingml/2006/main">
            <a:srgbClr val="FFFFFF"/>
          </a:solidFill>
          <a:ln xmlns:a="http://schemas.openxmlformats.org/drawingml/2006/main" w="6350">
            <a:solidFill>
              <a:srgbClr val="C8D3D1"/>
            </a:solidFill>
            <a:prstDash val="solid"/>
          </a:ln>
        </p:spPr>
      </p:sp>
      <p:sp>
        <p:nvSpPr>
          <p:cNvPr id="6" name="TextBox 9">
            <a:extLst xmlns:a="http://schemas.openxmlformats.org/drawingml/2006/main">
              <a:ext uri="{FF2B5EF4-FFF2-40B4-BE49-F238E27FC236}">
                <a16:creationId xmlns:a16="http://schemas.microsoft.com/office/drawing/2014/main" id="{C025F873-0199-4CE3-BEBB-2391EA5DA779}"/>
              </a:ext>
            </a:extLst>
          </p:cNvPr>
          <p:cNvSpPr>
            <a:spLocks xmlns:a="http://schemas.openxmlformats.org/drawingml/2006/main" noGrp="1"/>
          </p:cNvSpPr>
          <p:nvPr/>
        </p:nvSpPr>
        <p:spPr>
          <a:xfrm xmlns:a="http://schemas.openxmlformats.org/drawingml/2006/main">
            <a:off x="857229" y="2305078"/>
            <a:ext cx="4279793" cy="152396"/>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buNone/>
            </a:pPr>
            <a:r>
              <a:rPr sz="1050" b="1" spc="150">
                <a:solidFill>
                  <a:srgbClr val="00A99D"/>
                </a:solidFill>
                <a:latin typeface="Arial"/>
                <a:ea typeface="Arial"/>
                <a:cs typeface="Arial"/>
              </a:rPr>
              <a:t>GROUPED CV · MEAN PR-AUC</a:t>
            </a:r>
            <a:endParaRPr sz="1050"/>
          </a:p>
        </p:txBody>
      </p:sp>
      <p:sp>
        <p:nvSpPr>
          <p:cNvPr id="7" name="Shape 11">
            <a:extLst xmlns:a="http://schemas.openxmlformats.org/drawingml/2006/main">
              <a:ext uri="{FF2B5EF4-FFF2-40B4-BE49-F238E27FC236}">
                <a16:creationId xmlns:a16="http://schemas.microsoft.com/office/drawing/2014/main" id="{5F25F2E3-D961-4DAD-B7C0-3FF31A4A20EE}"/>
              </a:ext>
            </a:extLst>
          </p:cNvPr>
          <p:cNvSpPr>
            <a:spLocks xmlns:a="http://schemas.openxmlformats.org/drawingml/2006/main" noGrp="1"/>
          </p:cNvSpPr>
          <p:nvPr/>
        </p:nvSpPr>
        <p:spPr>
          <a:xfrm xmlns:a="http://schemas.openxmlformats.org/drawingml/2006/main">
            <a:off x="857229" y="2990861"/>
            <a:ext cx="4190895" cy="495288"/>
          </a:xfrm>
          <a:prstGeom xmlns:a="http://schemas.openxmlformats.org/drawingml/2006/main" prst="roundRect">
            <a:avLst>
              <a:gd name="adj" fmla="val 23077"/>
            </a:avLst>
          </a:prstGeom>
          <a:solidFill xmlns:a="http://schemas.openxmlformats.org/drawingml/2006/main">
            <a:srgbClr val="DFE6E4"/>
          </a:solidFill>
        </p:spPr>
      </p:sp>
      <p:sp>
        <p:nvSpPr>
          <p:cNvPr id="8" name="Shape 13">
            <a:extLst xmlns:a="http://schemas.openxmlformats.org/drawingml/2006/main">
              <a:ext uri="{FF2B5EF4-FFF2-40B4-BE49-F238E27FC236}">
                <a16:creationId xmlns:a16="http://schemas.microsoft.com/office/drawing/2014/main" id="{8354C5AE-87BC-49D1-81D6-1156BC269D0C}"/>
              </a:ext>
            </a:extLst>
          </p:cNvPr>
          <p:cNvSpPr>
            <a:spLocks xmlns:a="http://schemas.openxmlformats.org/drawingml/2006/main" noGrp="1"/>
          </p:cNvSpPr>
          <p:nvPr/>
        </p:nvSpPr>
        <p:spPr>
          <a:xfrm xmlns:a="http://schemas.openxmlformats.org/drawingml/2006/main">
            <a:off x="857229" y="2990861"/>
            <a:ext cx="584185" cy="495288"/>
          </a:xfrm>
          <a:prstGeom xmlns:a="http://schemas.openxmlformats.org/drawingml/2006/main" prst="roundRect">
            <a:avLst>
              <a:gd name="adj" fmla="val 23077"/>
            </a:avLst>
          </a:prstGeom>
          <a:solidFill xmlns:a="http://schemas.openxmlformats.org/drawingml/2006/main">
            <a:srgbClr val="5E6D6C"/>
          </a:solidFill>
        </p:spPr>
      </p:sp>
      <p:sp>
        <p:nvSpPr>
          <p:cNvPr id="9" name="TextBox 15">
            <a:extLst xmlns:a="http://schemas.openxmlformats.org/drawingml/2006/main">
              <a:ext uri="{FF2B5EF4-FFF2-40B4-BE49-F238E27FC236}">
                <a16:creationId xmlns:a16="http://schemas.microsoft.com/office/drawing/2014/main" id="{BB44823E-7252-45BD-9019-219122C5B6D6}"/>
              </a:ext>
            </a:extLst>
          </p:cNvPr>
          <p:cNvSpPr>
            <a:spLocks xmlns:a="http://schemas.openxmlformats.org/drawingml/2006/main" noGrp="1"/>
          </p:cNvSpPr>
          <p:nvPr/>
        </p:nvSpPr>
        <p:spPr>
          <a:xfrm xmlns:a="http://schemas.openxmlformats.org/drawingml/2006/main">
            <a:off x="1568411" y="3117858"/>
            <a:ext cx="2984425" cy="241294"/>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buNone/>
            </a:pPr>
            <a:r>
              <a:rPr sz="1400">
                <a:solidFill>
                  <a:srgbClr val="162A2D"/>
                </a:solidFill>
                <a:latin typeface="Arial"/>
                <a:ea typeface="Arial"/>
                <a:cs typeface="Arial"/>
              </a:rPr>
              <a:t>Dummy · 0.077</a:t>
            </a:r>
            <a:endParaRPr sz="1400"/>
          </a:p>
        </p:txBody>
      </p:sp>
      <p:sp>
        <p:nvSpPr>
          <p:cNvPr id="10" name="Shape 18">
            <a:extLst xmlns:a="http://schemas.openxmlformats.org/drawingml/2006/main">
              <a:ext uri="{FF2B5EF4-FFF2-40B4-BE49-F238E27FC236}">
                <a16:creationId xmlns:a16="http://schemas.microsoft.com/office/drawing/2014/main" id="{2B5BE897-91FC-415F-A256-44837E6D1BFF}"/>
              </a:ext>
            </a:extLst>
          </p:cNvPr>
          <p:cNvSpPr>
            <a:spLocks xmlns:a="http://schemas.openxmlformats.org/drawingml/2006/main" noGrp="1"/>
          </p:cNvSpPr>
          <p:nvPr/>
        </p:nvSpPr>
        <p:spPr>
          <a:xfrm xmlns:a="http://schemas.openxmlformats.org/drawingml/2006/main">
            <a:off x="857229" y="3740142"/>
            <a:ext cx="4190895" cy="609585"/>
          </a:xfrm>
          <a:prstGeom xmlns:a="http://schemas.openxmlformats.org/drawingml/2006/main" prst="roundRect">
            <a:avLst>
              <a:gd name="adj" fmla="val 20833"/>
            </a:avLst>
          </a:prstGeom>
          <a:solidFill xmlns:a="http://schemas.openxmlformats.org/drawingml/2006/main">
            <a:srgbClr val="DFE6E4"/>
          </a:solidFill>
        </p:spPr>
      </p:sp>
      <p:sp>
        <p:nvSpPr>
          <p:cNvPr id="11" name="Shape 20">
            <a:extLst xmlns:a="http://schemas.openxmlformats.org/drawingml/2006/main">
              <a:ext uri="{FF2B5EF4-FFF2-40B4-BE49-F238E27FC236}">
                <a16:creationId xmlns:a16="http://schemas.microsoft.com/office/drawing/2014/main" id="{ED0067EC-0C88-4B27-8D3E-9F93636E72F2}"/>
              </a:ext>
            </a:extLst>
          </p:cNvPr>
          <p:cNvSpPr>
            <a:spLocks xmlns:a="http://schemas.openxmlformats.org/drawingml/2006/main" noGrp="1"/>
          </p:cNvSpPr>
          <p:nvPr/>
        </p:nvSpPr>
        <p:spPr>
          <a:xfrm xmlns:a="http://schemas.openxmlformats.org/drawingml/2006/main">
            <a:off x="857229" y="3740142"/>
            <a:ext cx="2355791" cy="609585"/>
          </a:xfrm>
          <a:prstGeom xmlns:a="http://schemas.openxmlformats.org/drawingml/2006/main" prst="roundRect">
            <a:avLst>
              <a:gd name="adj" fmla="val 20833"/>
            </a:avLst>
          </a:prstGeom>
          <a:solidFill xmlns:a="http://schemas.openxmlformats.org/drawingml/2006/main">
            <a:srgbClr val="00A99D"/>
          </a:solidFill>
        </p:spPr>
      </p:sp>
      <p:sp>
        <p:nvSpPr>
          <p:cNvPr id="12" name="TextBox 22">
            <a:extLst xmlns:a="http://schemas.openxmlformats.org/drawingml/2006/main">
              <a:ext uri="{FF2B5EF4-FFF2-40B4-BE49-F238E27FC236}">
                <a16:creationId xmlns:a16="http://schemas.microsoft.com/office/drawing/2014/main" id="{3D637854-785F-4CAF-85C1-3150D0BB5E4D}"/>
              </a:ext>
            </a:extLst>
          </p:cNvPr>
          <p:cNvSpPr>
            <a:spLocks xmlns:a="http://schemas.openxmlformats.org/drawingml/2006/main" noGrp="1"/>
          </p:cNvSpPr>
          <p:nvPr/>
        </p:nvSpPr>
        <p:spPr>
          <a:xfrm xmlns:a="http://schemas.openxmlformats.org/drawingml/2006/main">
            <a:off x="3346366" y="3905238"/>
            <a:ext cx="1549361" cy="266693"/>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buNone/>
            </a:pPr>
            <a:r>
              <a:rPr sz="1500" b="1">
                <a:solidFill>
                  <a:srgbClr val="162A2D"/>
                </a:solidFill>
                <a:latin typeface="Arial"/>
                <a:ea typeface="Arial"/>
                <a:cs typeface="Arial"/>
              </a:rPr>
              <a:t>0.563</a:t>
            </a:r>
            <a:endParaRPr sz="1500"/>
          </a:p>
        </p:txBody>
      </p:sp>
      <p:sp>
        <p:nvSpPr>
          <p:cNvPr id="13" name="TextBox 25">
            <a:extLst xmlns:a="http://schemas.openxmlformats.org/drawingml/2006/main">
              <a:ext uri="{FF2B5EF4-FFF2-40B4-BE49-F238E27FC236}">
                <a16:creationId xmlns:a16="http://schemas.microsoft.com/office/drawing/2014/main" id="{CA8C15C6-E91D-4E8B-90B8-A9CEAD92CC64}"/>
              </a:ext>
            </a:extLst>
          </p:cNvPr>
          <p:cNvSpPr>
            <a:spLocks xmlns:a="http://schemas.openxmlformats.org/drawingml/2006/main" noGrp="1"/>
          </p:cNvSpPr>
          <p:nvPr/>
        </p:nvSpPr>
        <p:spPr>
          <a:xfrm xmlns:a="http://schemas.openxmlformats.org/drawingml/2006/main">
            <a:off x="857229" y="4489423"/>
            <a:ext cx="4190895" cy="279393"/>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buNone/>
            </a:pPr>
            <a:r>
              <a:rPr sz="1450" b="1">
                <a:solidFill>
                  <a:srgbClr val="162A2D"/>
                </a:solidFill>
                <a:latin typeface="Arial"/>
                <a:ea typeface="Arial"/>
                <a:cs typeface="Arial"/>
              </a:rPr>
              <a:t>Weighted logistic</a:t>
            </a:r>
            <a:endParaRPr sz="1450"/>
          </a:p>
        </p:txBody>
      </p:sp>
      <p:pic>
        <p:nvPicPr>
          <p:cNvPr id="50" name="Picture 27"/>
          <p:cNvPicPr>
            <a:picLocks xmlns:a="http://schemas.openxmlformats.org/drawingml/2006/main" noChangeAspect="1"/>
          </p:cNvPicPr>
          <p:nvPr/>
        </p:nvPicPr>
        <p:blipFill>
          <a:blip xmlns:r="http://schemas.openxmlformats.org/officeDocument/2006/relationships" xmlns:a="http://schemas.openxmlformats.org/drawingml/2006/main" r:embed="Re9f1c931712f4e52">
            <a:extLst>
              <a:ext uri="{96DAC541-7B7A-43D3-8B79-37D633B846F1}">
                <asvg:svgBlip xmlns:asvg="http://schemas.microsoft.com/office/drawing/2016/SVG/main" r:embed="R81e1a125f9434d42"/>
              </a:ext>
            </a:extLst>
          </a:blip>
          <a:stretch xmlns:a="http://schemas.openxmlformats.org/drawingml/2006/main">
            <a:fillRect l="0" t="0" r="0" b="0"/>
          </a:stretch>
        </p:blipFill>
        <p:spPr>
          <a:xfrm xmlns:a="http://schemas.openxmlformats.org/drawingml/2006/main">
            <a:off x="857229" y="5086309"/>
            <a:ext cx="4190895" cy="800080"/>
          </a:xfrm>
          <a:prstGeom xmlns:a="http://schemas.openxmlformats.org/drawingml/2006/main" prst="rect">
            <a:avLst/>
          </a:prstGeom>
        </p:spPr>
      </p:pic>
      <p:sp>
        <p:nvSpPr>
          <p:cNvPr id="15" name="TextBox 27">
            <a:extLst xmlns:a="http://schemas.openxmlformats.org/drawingml/2006/main">
              <a:ext uri="{FF2B5EF4-FFF2-40B4-BE49-F238E27FC236}">
                <a16:creationId xmlns:a16="http://schemas.microsoft.com/office/drawing/2014/main" id="{9FD85993-71F9-4C13-907B-66D9A1E7C503}"/>
              </a:ext>
            </a:extLst>
          </p:cNvPr>
          <p:cNvSpPr>
            <a:spLocks xmlns:a="http://schemas.openxmlformats.org/drawingml/2006/main" noGrp="1"/>
          </p:cNvSpPr>
          <p:nvPr/>
        </p:nvSpPr>
        <p:spPr>
          <a:xfrm xmlns:a="http://schemas.openxmlformats.org/drawingml/2006/main">
            <a:off x="857229" y="5086309"/>
            <a:ext cx="4190895" cy="800080"/>
          </a:xfrm>
          <a:prstGeom xmlns:a="http://schemas.openxmlformats.org/drawingml/2006/main" prst="rect">
            <a:avLst/>
          </a:prstGeom>
          <a:noFill xmlns:a="http://schemas.openxmlformats.org/drawingml/2006/main"/>
        </p:spPr>
        <p:txBody>
          <a:bodyPr xmlns:a="http://schemas.openxmlformats.org/drawingml/2006/main" wrap="square" lIns="0" tIns="152396" rIns="0" bIns="0" anchor="t">
            <a:spAutoFit/>
          </a:bodyPr>
          <a:lstStyle xmlns:a="http://schemas.openxmlformats.org/drawingml/2006/main"/>
          <a:p xmlns:a="http://schemas.openxmlformats.org/drawingml/2006/main">
            <a:pPr marL="0" indent="0" algn="l">
              <a:lnSpc>
                <a:spcPts val="1822"/>
              </a:lnSpc>
              <a:buNone/>
            </a:pPr>
            <a:r>
              <a:rPr sz="1350">
                <a:solidFill>
                  <a:srgbClr val="5E6D6C"/>
                </a:solidFill>
                <a:latin typeface="Arial"/>
                <a:ea typeface="Arial"/>
                <a:cs typeface="Arial"/>
              </a:rPr>
              <a:t>3,700 entities · identical feature groups never cross split boundaries.</a:t>
            </a:r>
            <a:endParaRPr sz="1350"/>
          </a:p>
        </p:txBody>
      </p:sp>
      <p:sp>
        <p:nvSpPr>
          <p:cNvPr id="16" name="Shape 30">
            <a:extLst xmlns:a="http://schemas.openxmlformats.org/drawingml/2006/main">
              <a:ext uri="{FF2B5EF4-FFF2-40B4-BE49-F238E27FC236}">
                <a16:creationId xmlns:a16="http://schemas.microsoft.com/office/drawing/2014/main" id="{0B4D285B-EC1F-4304-8C17-12C020436BBE}"/>
              </a:ext>
            </a:extLst>
          </p:cNvPr>
          <p:cNvSpPr>
            <a:spLocks xmlns:a="http://schemas.openxmlformats.org/drawingml/2006/main" noGrp="1"/>
          </p:cNvSpPr>
          <p:nvPr/>
        </p:nvSpPr>
        <p:spPr>
          <a:xfrm xmlns:a="http://schemas.openxmlformats.org/drawingml/2006/main">
            <a:off x="5879953" y="2032035"/>
            <a:ext cx="5727557" cy="4127397"/>
          </a:xfrm>
          <a:prstGeom xmlns:a="http://schemas.openxmlformats.org/drawingml/2006/main" prst="roundRect">
            <a:avLst>
              <a:gd name="adj" fmla="val 6462"/>
            </a:avLst>
          </a:prstGeom>
          <a:solidFill xmlns:a="http://schemas.openxmlformats.org/drawingml/2006/main">
            <a:srgbClr val="162A2D"/>
          </a:solidFill>
        </p:spPr>
      </p:sp>
      <p:sp>
        <p:nvSpPr>
          <p:cNvPr id="17" name="TextBox 32">
            <a:extLst xmlns:a="http://schemas.openxmlformats.org/drawingml/2006/main">
              <a:ext uri="{FF2B5EF4-FFF2-40B4-BE49-F238E27FC236}">
                <a16:creationId xmlns:a16="http://schemas.microsoft.com/office/drawing/2014/main" id="{2C87AC69-EC60-483E-B7D8-98FB072DDC9D}"/>
              </a:ext>
            </a:extLst>
          </p:cNvPr>
          <p:cNvSpPr>
            <a:spLocks xmlns:a="http://schemas.openxmlformats.org/drawingml/2006/main" noGrp="1"/>
          </p:cNvSpPr>
          <p:nvPr/>
        </p:nvSpPr>
        <p:spPr>
          <a:xfrm xmlns:a="http://schemas.openxmlformats.org/drawingml/2006/main">
            <a:off x="6146646" y="2298728"/>
            <a:ext cx="5194170" cy="152396"/>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buNone/>
            </a:pPr>
            <a:r>
              <a:rPr sz="1050" b="1" spc="150">
                <a:solidFill>
                  <a:srgbClr val="00A99D"/>
                </a:solidFill>
                <a:latin typeface="Arial"/>
                <a:ea typeface="Arial"/>
                <a:cs typeface="Arial"/>
              </a:rPr>
              <a:t>LOCKED HOLDOUT · THRESHOLD 0.6713</a:t>
            </a:r>
            <a:endParaRPr sz="1050"/>
          </a:p>
        </p:txBody>
      </p:sp>
      <p:sp>
        <p:nvSpPr>
          <p:cNvPr id="18" name="Shape 34">
            <a:extLst xmlns:a="http://schemas.openxmlformats.org/drawingml/2006/main">
              <a:ext uri="{FF2B5EF4-FFF2-40B4-BE49-F238E27FC236}">
                <a16:creationId xmlns:a16="http://schemas.microsoft.com/office/drawing/2014/main" id="{8926D4E1-E335-429E-8ABA-3175D07FC48A}"/>
              </a:ext>
            </a:extLst>
          </p:cNvPr>
          <p:cNvSpPr>
            <a:spLocks xmlns:a="http://schemas.openxmlformats.org/drawingml/2006/main" noGrp="1"/>
          </p:cNvSpPr>
          <p:nvPr/>
        </p:nvSpPr>
        <p:spPr>
          <a:xfrm xmlns:a="http://schemas.openxmlformats.org/drawingml/2006/main">
            <a:off x="6146646" y="2984511"/>
            <a:ext cx="2463738" cy="1460463"/>
          </a:xfrm>
          <a:prstGeom xmlns:a="http://schemas.openxmlformats.org/drawingml/2006/main" prst="rect">
            <a:avLst/>
          </a:prstGeom>
          <a:noFill xmlns:a="http://schemas.openxmlformats.org/drawingml/2006/main"/>
        </p:spPr>
      </p:sp>
      <p:pic>
        <p:nvPicPr>
          <p:cNvPr id="55" name="Picture 34"/>
          <p:cNvPicPr>
            <a:picLocks xmlns:a="http://schemas.openxmlformats.org/drawingml/2006/main" noChangeAspect="1"/>
          </p:cNvPicPr>
          <p:nvPr/>
        </p:nvPicPr>
        <p:blipFill>
          <a:blip xmlns:r="http://schemas.openxmlformats.org/officeDocument/2006/relationships" xmlns:a="http://schemas.openxmlformats.org/drawingml/2006/main" r:embed="R7e66996e022f49f8">
            <a:extLst>
              <a:ext uri="{96DAC541-7B7A-43D3-8B79-37D633B846F1}">
                <asvg:svgBlip xmlns:asvg="http://schemas.microsoft.com/office/drawing/2016/SVG/main" r:embed="R26bf4dfbba214b49"/>
              </a:ext>
            </a:extLst>
          </a:blip>
          <a:stretch xmlns:a="http://schemas.openxmlformats.org/drawingml/2006/main">
            <a:fillRect l="0" t="0" r="0" b="0"/>
          </a:stretch>
        </p:blipFill>
        <p:spPr>
          <a:xfrm xmlns:a="http://schemas.openxmlformats.org/drawingml/2006/main">
            <a:off x="6146646" y="2984511"/>
            <a:ext cx="2463738" cy="1460463"/>
          </a:xfrm>
          <a:prstGeom xmlns:a="http://schemas.openxmlformats.org/drawingml/2006/main" prst="rect">
            <a:avLst/>
          </a:prstGeom>
        </p:spPr>
      </p:pic>
      <p:sp>
        <p:nvSpPr>
          <p:cNvPr id="20" name="TextBox 36">
            <a:extLst xmlns:a="http://schemas.openxmlformats.org/drawingml/2006/main">
              <a:ext uri="{FF2B5EF4-FFF2-40B4-BE49-F238E27FC236}">
                <a16:creationId xmlns:a16="http://schemas.microsoft.com/office/drawing/2014/main" id="{BC6C9AB3-5DB8-42E3-AC6D-BE91C0F20709}"/>
              </a:ext>
            </a:extLst>
          </p:cNvPr>
          <p:cNvSpPr>
            <a:spLocks xmlns:a="http://schemas.openxmlformats.org/drawingml/2006/main" noGrp="1"/>
          </p:cNvSpPr>
          <p:nvPr/>
        </p:nvSpPr>
        <p:spPr>
          <a:xfrm xmlns:a="http://schemas.openxmlformats.org/drawingml/2006/main">
            <a:off x="6146646" y="2984511"/>
            <a:ext cx="2457389" cy="675564"/>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lnSpc>
                <a:spcPts val="5320"/>
              </a:lnSpc>
              <a:buNone/>
            </a:pPr>
            <a:r>
              <a:rPr sz="5600" b="1">
                <a:solidFill>
                  <a:srgbClr val="00A99D"/>
                </a:solidFill>
                <a:latin typeface="Arial"/>
                <a:ea typeface="Arial"/>
                <a:cs typeface="Arial"/>
              </a:rPr>
              <a:t>.855</a:t>
            </a:r>
            <a:endParaRPr sz="5600"/>
          </a:p>
        </p:txBody>
      </p:sp>
      <p:sp>
        <p:nvSpPr>
          <p:cNvPr id="21" name="TextBox 38">
            <a:extLst xmlns:a="http://schemas.openxmlformats.org/drawingml/2006/main">
              <a:ext uri="{FF2B5EF4-FFF2-40B4-BE49-F238E27FC236}">
                <a16:creationId xmlns:a16="http://schemas.microsoft.com/office/drawing/2014/main" id="{671AEC74-1C1B-47A2-9F92-CDFB07C54E7B}"/>
              </a:ext>
            </a:extLst>
          </p:cNvPr>
          <p:cNvSpPr>
            <a:spLocks xmlns:a="http://schemas.openxmlformats.org/drawingml/2006/main" noGrp="1"/>
          </p:cNvSpPr>
          <p:nvPr/>
        </p:nvSpPr>
        <p:spPr>
          <a:xfrm xmlns:a="http://schemas.openxmlformats.org/drawingml/2006/main">
            <a:off x="6146646" y="3774372"/>
            <a:ext cx="2457389" cy="215895"/>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buNone/>
            </a:pPr>
            <a:r>
              <a:rPr sz="1500">
                <a:solidFill>
                  <a:srgbClr val="FFFFFF"/>
                </a:solidFill>
                <a:latin typeface="Arial"/>
                <a:ea typeface="Arial"/>
                <a:cs typeface="Arial"/>
              </a:rPr>
              <a:t>Recall</a:t>
            </a:r>
            <a:endParaRPr sz="1500"/>
          </a:p>
        </p:txBody>
      </p:sp>
      <p:sp>
        <p:nvSpPr>
          <p:cNvPr id="22" name="TextBox 40">
            <a:extLst xmlns:a="http://schemas.openxmlformats.org/drawingml/2006/main">
              <a:ext uri="{FF2B5EF4-FFF2-40B4-BE49-F238E27FC236}">
                <a16:creationId xmlns:a16="http://schemas.microsoft.com/office/drawing/2014/main" id="{4F52220A-F69E-4159-A0E5-B9AA9CC3FCA9}"/>
              </a:ext>
            </a:extLst>
          </p:cNvPr>
          <p:cNvSpPr>
            <a:spLocks xmlns:a="http://schemas.openxmlformats.org/drawingml/2006/main" noGrp="1"/>
          </p:cNvSpPr>
          <p:nvPr/>
        </p:nvSpPr>
        <p:spPr>
          <a:xfrm xmlns:a="http://schemas.openxmlformats.org/drawingml/2006/main">
            <a:off x="6146646" y="4053765"/>
            <a:ext cx="2457389" cy="177796"/>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buNone/>
            </a:pPr>
            <a:r>
              <a:rPr sz="1200">
                <a:solidFill>
                  <a:srgbClr val="B8C3C1"/>
                </a:solidFill>
                <a:latin typeface="Arial"/>
                <a:ea typeface="Arial"/>
                <a:cs typeface="Arial"/>
              </a:rPr>
              <a:t>47 TP · 8 FN</a:t>
            </a:r>
            <a:endParaRPr sz="1200"/>
          </a:p>
        </p:txBody>
      </p:sp>
      <p:sp>
        <p:nvSpPr>
          <p:cNvPr id="23" name="TextBox 45">
            <a:extLst xmlns:a="http://schemas.openxmlformats.org/drawingml/2006/main">
              <a:ext uri="{FF2B5EF4-FFF2-40B4-BE49-F238E27FC236}">
                <a16:creationId xmlns:a16="http://schemas.microsoft.com/office/drawing/2014/main" id="{66FA265D-6BBE-418D-91C9-E619524B0F72}"/>
              </a:ext>
            </a:extLst>
          </p:cNvPr>
          <p:cNvSpPr>
            <a:spLocks xmlns:a="http://schemas.openxmlformats.org/drawingml/2006/main" noGrp="1"/>
          </p:cNvSpPr>
          <p:nvPr/>
        </p:nvSpPr>
        <p:spPr>
          <a:xfrm xmlns:a="http://schemas.openxmlformats.org/drawingml/2006/main">
            <a:off x="9054874" y="2984511"/>
            <a:ext cx="2285943" cy="675564"/>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lnSpc>
                <a:spcPts val="5320"/>
              </a:lnSpc>
              <a:buNone/>
            </a:pPr>
            <a:r>
              <a:rPr sz="5600" b="1">
                <a:solidFill>
                  <a:srgbClr val="FFFFFF"/>
                </a:solidFill>
                <a:latin typeface="Arial"/>
                <a:ea typeface="Arial"/>
                <a:cs typeface="Arial"/>
              </a:rPr>
              <a:t>.423</a:t>
            </a:r>
            <a:endParaRPr sz="5600"/>
          </a:p>
        </p:txBody>
      </p:sp>
      <p:sp>
        <p:nvSpPr>
          <p:cNvPr id="24" name="TextBox 47">
            <a:extLst xmlns:a="http://schemas.openxmlformats.org/drawingml/2006/main">
              <a:ext uri="{FF2B5EF4-FFF2-40B4-BE49-F238E27FC236}">
                <a16:creationId xmlns:a16="http://schemas.microsoft.com/office/drawing/2014/main" id="{A9F2B534-09EA-45E2-9555-A5FEB935D52B}"/>
              </a:ext>
            </a:extLst>
          </p:cNvPr>
          <p:cNvSpPr>
            <a:spLocks xmlns:a="http://schemas.openxmlformats.org/drawingml/2006/main" noGrp="1"/>
          </p:cNvSpPr>
          <p:nvPr/>
        </p:nvSpPr>
        <p:spPr>
          <a:xfrm xmlns:a="http://schemas.openxmlformats.org/drawingml/2006/main">
            <a:off x="9054874" y="3774372"/>
            <a:ext cx="2285943" cy="215895"/>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buNone/>
            </a:pPr>
            <a:r>
              <a:rPr sz="1500">
                <a:solidFill>
                  <a:srgbClr val="FFFFFF"/>
                </a:solidFill>
                <a:latin typeface="Arial"/>
                <a:ea typeface="Arial"/>
                <a:cs typeface="Arial"/>
              </a:rPr>
              <a:t>Precision</a:t>
            </a:r>
            <a:endParaRPr sz="1500"/>
          </a:p>
        </p:txBody>
      </p:sp>
      <p:sp>
        <p:nvSpPr>
          <p:cNvPr id="25" name="TextBox 49">
            <a:extLst xmlns:a="http://schemas.openxmlformats.org/drawingml/2006/main">
              <a:ext uri="{FF2B5EF4-FFF2-40B4-BE49-F238E27FC236}">
                <a16:creationId xmlns:a16="http://schemas.microsoft.com/office/drawing/2014/main" id="{54B2D52C-5F33-4EEE-905B-C7C47D5A9B28}"/>
              </a:ext>
            </a:extLst>
          </p:cNvPr>
          <p:cNvSpPr>
            <a:spLocks xmlns:a="http://schemas.openxmlformats.org/drawingml/2006/main" noGrp="1"/>
          </p:cNvSpPr>
          <p:nvPr/>
        </p:nvSpPr>
        <p:spPr>
          <a:xfrm xmlns:a="http://schemas.openxmlformats.org/drawingml/2006/main">
            <a:off x="9054874" y="4053765"/>
            <a:ext cx="2285943" cy="177796"/>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buNone/>
            </a:pPr>
            <a:r>
              <a:rPr sz="1200">
                <a:solidFill>
                  <a:srgbClr val="B8C3C1"/>
                </a:solidFill>
                <a:latin typeface="Arial"/>
                <a:ea typeface="Arial"/>
                <a:cs typeface="Arial"/>
              </a:rPr>
              <a:t>64 false positives</a:t>
            </a:r>
            <a:endParaRPr sz="1200"/>
          </a:p>
        </p:txBody>
      </p:sp>
      <p:sp>
        <p:nvSpPr>
          <p:cNvPr id="26" name="Shape 52">
            <a:extLst xmlns:a="http://schemas.openxmlformats.org/drawingml/2006/main">
              <a:ext uri="{FF2B5EF4-FFF2-40B4-BE49-F238E27FC236}">
                <a16:creationId xmlns:a16="http://schemas.microsoft.com/office/drawing/2014/main" id="{FA3492F0-D050-4273-B62F-37A13028E7BE}"/>
              </a:ext>
            </a:extLst>
          </p:cNvPr>
          <p:cNvSpPr>
            <a:spLocks xmlns:a="http://schemas.openxmlformats.org/drawingml/2006/main" noGrp="1"/>
          </p:cNvSpPr>
          <p:nvPr/>
        </p:nvSpPr>
        <p:spPr>
          <a:xfrm xmlns:a="http://schemas.openxmlformats.org/drawingml/2006/main">
            <a:off x="6146646" y="4775166"/>
            <a:ext cx="5194170" cy="1117572"/>
          </a:xfrm>
          <a:prstGeom xmlns:a="http://schemas.openxmlformats.org/drawingml/2006/main" prst="rect">
            <a:avLst/>
          </a:prstGeom>
          <a:noFill xmlns:a="http://schemas.openxmlformats.org/drawingml/2006/main"/>
        </p:spPr>
      </p:sp>
      <p:pic>
        <p:nvPicPr>
          <p:cNvPr id="63" name="Picture 52"/>
          <p:cNvPicPr>
            <a:picLocks xmlns:a="http://schemas.openxmlformats.org/drawingml/2006/main" noChangeAspect="1"/>
          </p:cNvPicPr>
          <p:nvPr/>
        </p:nvPicPr>
        <p:blipFill>
          <a:blip xmlns:r="http://schemas.openxmlformats.org/officeDocument/2006/relationships" xmlns:a="http://schemas.openxmlformats.org/drawingml/2006/main" r:embed="R0d497a5afde145ba">
            <a:extLst>
              <a:ext uri="{96DAC541-7B7A-43D3-8B79-37D633B846F1}">
                <asvg:svgBlip xmlns:asvg="http://schemas.microsoft.com/office/drawing/2016/SVG/main" r:embed="R0099066a448d43ff"/>
              </a:ext>
            </a:extLst>
          </a:blip>
          <a:stretch xmlns:a="http://schemas.openxmlformats.org/drawingml/2006/main">
            <a:fillRect l="0" t="0" r="0" b="0"/>
          </a:stretch>
        </p:blipFill>
        <p:spPr>
          <a:xfrm xmlns:a="http://schemas.openxmlformats.org/drawingml/2006/main">
            <a:off x="6146646" y="4775166"/>
            <a:ext cx="5194170" cy="1117572"/>
          </a:xfrm>
          <a:prstGeom xmlns:a="http://schemas.openxmlformats.org/drawingml/2006/main" prst="rect">
            <a:avLst/>
          </a:prstGeom>
        </p:spPr>
      </p:pic>
      <p:sp>
        <p:nvSpPr>
          <p:cNvPr id="28" name="TextBox 55">
            <a:extLst xmlns:a="http://schemas.openxmlformats.org/drawingml/2006/main">
              <a:ext uri="{FF2B5EF4-FFF2-40B4-BE49-F238E27FC236}">
                <a16:creationId xmlns:a16="http://schemas.microsoft.com/office/drawing/2014/main" id="{C015137C-5DB4-44D4-9419-4784079C1F8B}"/>
              </a:ext>
            </a:extLst>
          </p:cNvPr>
          <p:cNvSpPr>
            <a:spLocks xmlns:a="http://schemas.openxmlformats.org/drawingml/2006/main" noGrp="1"/>
          </p:cNvSpPr>
          <p:nvPr/>
        </p:nvSpPr>
        <p:spPr>
          <a:xfrm xmlns:a="http://schemas.openxmlformats.org/drawingml/2006/main">
            <a:off x="6146646" y="4959312"/>
            <a:ext cx="1714457" cy="311142"/>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buNone/>
            </a:pPr>
            <a:r>
              <a:rPr sz="2150" b="1">
                <a:solidFill>
                  <a:srgbClr val="FFFFFF"/>
                </a:solidFill>
                <a:latin typeface="Arial"/>
                <a:ea typeface="Arial"/>
                <a:cs typeface="Arial"/>
              </a:rPr>
              <a:t>.423</a:t>
            </a:r>
            <a:endParaRPr sz="2150"/>
          </a:p>
        </p:txBody>
      </p:sp>
      <p:sp>
        <p:nvSpPr>
          <p:cNvPr id="29" name="TextBox 56">
            <a:extLst xmlns:a="http://schemas.openxmlformats.org/drawingml/2006/main">
              <a:ext uri="{FF2B5EF4-FFF2-40B4-BE49-F238E27FC236}">
                <a16:creationId xmlns:a16="http://schemas.microsoft.com/office/drawing/2014/main" id="{758B33C4-D045-4380-8924-7CAC31A51F89}"/>
              </a:ext>
            </a:extLst>
          </p:cNvPr>
          <p:cNvSpPr>
            <a:spLocks xmlns:a="http://schemas.openxmlformats.org/drawingml/2006/main" noGrp="1"/>
          </p:cNvSpPr>
          <p:nvPr/>
        </p:nvSpPr>
        <p:spPr>
          <a:xfrm xmlns:a="http://schemas.openxmlformats.org/drawingml/2006/main">
            <a:off x="6146646" y="5270454"/>
            <a:ext cx="1714457" cy="177796"/>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buNone/>
            </a:pPr>
            <a:r>
              <a:rPr sz="1200">
                <a:solidFill>
                  <a:srgbClr val="B8C3C1"/>
                </a:solidFill>
                <a:latin typeface="Arial"/>
                <a:ea typeface="Arial"/>
                <a:cs typeface="Arial"/>
              </a:rPr>
              <a:t>PR-AUC</a:t>
            </a:r>
            <a:endParaRPr sz="1200"/>
          </a:p>
        </p:txBody>
      </p:sp>
      <p:sp>
        <p:nvSpPr>
          <p:cNvPr id="30" name="TextBox 59">
            <a:extLst xmlns:a="http://schemas.openxmlformats.org/drawingml/2006/main">
              <a:ext uri="{FF2B5EF4-FFF2-40B4-BE49-F238E27FC236}">
                <a16:creationId xmlns:a16="http://schemas.microsoft.com/office/drawing/2014/main" id="{CCCAA094-E6C0-40CA-BB62-E90D41E517EC}"/>
              </a:ext>
            </a:extLst>
          </p:cNvPr>
          <p:cNvSpPr>
            <a:spLocks xmlns:a="http://schemas.openxmlformats.org/drawingml/2006/main" noGrp="1"/>
          </p:cNvSpPr>
          <p:nvPr/>
        </p:nvSpPr>
        <p:spPr>
          <a:xfrm xmlns:a="http://schemas.openxmlformats.org/drawingml/2006/main">
            <a:off x="7861103" y="4959312"/>
            <a:ext cx="1714457" cy="311142"/>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buNone/>
            </a:pPr>
            <a:r>
              <a:rPr sz="2150" b="1">
                <a:solidFill>
                  <a:srgbClr val="FFFFFF"/>
                </a:solidFill>
                <a:latin typeface="Arial"/>
                <a:ea typeface="Arial"/>
                <a:cs typeface="Arial"/>
              </a:rPr>
              <a:t>.566</a:t>
            </a:r>
            <a:endParaRPr sz="2150"/>
          </a:p>
        </p:txBody>
      </p:sp>
      <p:sp>
        <p:nvSpPr>
          <p:cNvPr id="31" name="TextBox 60">
            <a:extLst xmlns:a="http://schemas.openxmlformats.org/drawingml/2006/main">
              <a:ext uri="{FF2B5EF4-FFF2-40B4-BE49-F238E27FC236}">
                <a16:creationId xmlns:a16="http://schemas.microsoft.com/office/drawing/2014/main" id="{C9F59D55-EAB4-4458-960B-C0C6FDA069DC}"/>
              </a:ext>
            </a:extLst>
          </p:cNvPr>
          <p:cNvSpPr>
            <a:spLocks xmlns:a="http://schemas.openxmlformats.org/drawingml/2006/main" noGrp="1"/>
          </p:cNvSpPr>
          <p:nvPr/>
        </p:nvSpPr>
        <p:spPr>
          <a:xfrm xmlns:a="http://schemas.openxmlformats.org/drawingml/2006/main">
            <a:off x="7861103" y="5270454"/>
            <a:ext cx="1714457" cy="177796"/>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buNone/>
            </a:pPr>
            <a:r>
              <a:rPr sz="1200">
                <a:solidFill>
                  <a:srgbClr val="B8C3C1"/>
                </a:solidFill>
                <a:latin typeface="Arial"/>
                <a:ea typeface="Arial"/>
                <a:cs typeface="Arial"/>
              </a:rPr>
              <a:t>F1</a:t>
            </a:r>
            <a:endParaRPr sz="1200"/>
          </a:p>
        </p:txBody>
      </p:sp>
      <p:sp>
        <p:nvSpPr>
          <p:cNvPr id="32" name="TextBox 63">
            <a:extLst xmlns:a="http://schemas.openxmlformats.org/drawingml/2006/main">
              <a:ext uri="{FF2B5EF4-FFF2-40B4-BE49-F238E27FC236}">
                <a16:creationId xmlns:a16="http://schemas.microsoft.com/office/drawing/2014/main" id="{B2C74051-C5F0-426D-A478-CD6E16AA0AB7}"/>
              </a:ext>
            </a:extLst>
          </p:cNvPr>
          <p:cNvSpPr>
            <a:spLocks xmlns:a="http://schemas.openxmlformats.org/drawingml/2006/main" noGrp="1"/>
          </p:cNvSpPr>
          <p:nvPr/>
        </p:nvSpPr>
        <p:spPr>
          <a:xfrm xmlns:a="http://schemas.openxmlformats.org/drawingml/2006/main">
            <a:off x="9575561" y="4959312"/>
            <a:ext cx="1765256" cy="438139"/>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lnSpc>
                <a:spcPts val="1725"/>
              </a:lnSpc>
              <a:buNone/>
            </a:pPr>
            <a:r>
              <a:rPr sz="1500" b="1">
                <a:solidFill>
                  <a:srgbClr val="00A99D"/>
                </a:solidFill>
                <a:latin typeface="Arial"/>
                <a:ea typeface="Arial"/>
                <a:cs typeface="Arial"/>
              </a:rPr>
              <a:t>Calibration</a:t>
            </a:r>
            <a:endParaRPr sz="1500"/>
          </a:p>
          <a:p xmlns:a="http://schemas.openxmlformats.org/drawingml/2006/main">
            <a:pPr marL="0" indent="0" algn="l">
              <a:lnSpc>
                <a:spcPts val="1725"/>
              </a:lnSpc>
              <a:buNone/>
            </a:pPr>
            <a:r>
              <a:rPr sz="1500" b="1">
                <a:solidFill>
                  <a:srgbClr val="00A99D"/>
                </a:solidFill>
                <a:latin typeface="Arial"/>
                <a:ea typeface="Arial"/>
                <a:cs typeface="Arial"/>
              </a:rPr>
              <a:t>still required</a:t>
            </a:r>
            <a:endParaRPr sz="1500"/>
          </a:p>
        </p:txBody>
      </p:sp>
      <p:sp>
        <p:nvSpPr>
          <p:cNvPr id="33" name="TextBox 67">
            <a:extLst xmlns:a="http://schemas.openxmlformats.org/drawingml/2006/main">
              <a:ext uri="{FF2B5EF4-FFF2-40B4-BE49-F238E27FC236}">
                <a16:creationId xmlns:a16="http://schemas.microsoft.com/office/drawing/2014/main" id="{C2D8E54E-9E1A-45B1-8A45-8EC635DB57F0}"/>
              </a:ext>
            </a:extLst>
          </p:cNvPr>
          <p:cNvSpPr>
            <a:spLocks xmlns:a="http://schemas.openxmlformats.org/drawingml/2006/main" noGrp="1"/>
          </p:cNvSpPr>
          <p:nvPr/>
        </p:nvSpPr>
        <p:spPr>
          <a:xfrm xmlns:a="http://schemas.openxmlformats.org/drawingml/2006/main">
            <a:off x="584185" y="6324528"/>
            <a:ext cx="8254794" cy="266693"/>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buNone/>
            </a:pPr>
            <a:r>
              <a:rPr sz="1200">
                <a:solidFill>
                  <a:srgbClr val="5E6D6C"/>
                </a:solidFill>
                <a:latin typeface="Arial"/>
                <a:ea typeface="Arial"/>
                <a:cs typeface="Arial"/>
              </a:rPr>
              <a:t>Accuracy is context; minority errors drive the decision.</a:t>
            </a:r>
            <a:endParaRPr sz="1200"/>
          </a:p>
        </p:txBody>
      </p:sp>
      <p:sp>
        <p:nvSpPr>
          <p:cNvPr id="34" name="TextBox 69">
            <a:extLst xmlns:a="http://schemas.openxmlformats.org/drawingml/2006/main">
              <a:ext uri="{FF2B5EF4-FFF2-40B4-BE49-F238E27FC236}">
                <a16:creationId xmlns:a16="http://schemas.microsoft.com/office/drawing/2014/main" id="{263EC03A-96B7-4B20-B2D7-C710BA1E0E4B}"/>
              </a:ext>
            </a:extLst>
          </p:cNvPr>
          <p:cNvSpPr>
            <a:spLocks xmlns:a="http://schemas.openxmlformats.org/drawingml/2006/main" noGrp="1"/>
          </p:cNvSpPr>
          <p:nvPr/>
        </p:nvSpPr>
        <p:spPr>
          <a:xfrm xmlns:a="http://schemas.openxmlformats.org/drawingml/2006/main">
            <a:off x="11099523" y="6362627"/>
            <a:ext cx="507987" cy="253994"/>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r">
              <a:buNone/>
            </a:pPr>
            <a:r>
              <a:rPr sz="1200">
                <a:solidFill>
                  <a:srgbClr val="00A99D"/>
                </a:solidFill>
                <a:latin typeface="Arial"/>
                <a:ea typeface="Arial"/>
                <a:cs typeface="Arial"/>
              </a:rPr>
              <a:t>11</a:t>
            </a:r>
            <a:endParaRPr sz="1200"/>
          </a:p>
        </p:txBody>
      </p:sp>
    </p:spTree>
    <p:extLst>
      <p:ext uri="{BB962C8B-B14F-4D97-AF65-F5344CB8AC3E}">
        <p14:creationId xmlns:p14="http://schemas.microsoft.com/office/powerpoint/2010/main" val="1017425166"/>
      </p:ext>
    </p:extLst>
  </p:cSld>
</p:sld>
</file>

<file path=ppt/slides/slide12.xml><?xml version="1.0" encoding="utf-8"?>
<p:sld xmlns:p="http://schemas.openxmlformats.org/presentationml/2006/main">
  <p:cSld>
    <p:spTree>
      <p:nvGrpSpPr>
        <p:cNvPr id="1" name=""/>
        <p:cNvGrpSpPr/>
        <p:nvPr/>
      </p:nvGrpSpPr>
      <p:grpSpPr>
        <a:xfrm xmlns:a="http://schemas.openxmlformats.org/drawingml/2006/main"/>
      </p:grpSpPr>
      <p:sp>
        <p:nvSpPr>
          <p:cNvPr id="2" name="Shape 1">
            <a:extLst xmlns:a="http://schemas.openxmlformats.org/drawingml/2006/main">
              <a:ext uri="{FF2B5EF4-FFF2-40B4-BE49-F238E27FC236}">
                <a16:creationId xmlns:a16="http://schemas.microsoft.com/office/drawing/2014/main" id="{06D956A9-62CD-4A8D-BDA2-565B25791BCE}"/>
              </a:ext>
            </a:extLst>
          </p:cNvPr>
          <p:cNvSpPr>
            <a:spLocks xmlns:a="http://schemas.openxmlformats.org/drawingml/2006/main" noGrp="1"/>
          </p:cNvSpPr>
          <p:nvPr/>
        </p:nvSpPr>
        <p:spPr>
          <a:xfrm xmlns:a="http://schemas.openxmlformats.org/drawingml/2006/main">
            <a:off x="0" y="86"/>
            <a:ext cx="12191695" cy="6857829"/>
          </a:xfrm>
          <a:prstGeom xmlns:a="http://schemas.openxmlformats.org/drawingml/2006/main" prst="rect">
            <a:avLst/>
          </a:prstGeom>
          <a:solidFill xmlns:a="http://schemas.openxmlformats.org/drawingml/2006/main">
            <a:srgbClr val="FFFFFF"/>
          </a:solidFill>
        </p:spPr>
      </p:sp>
      <p:sp>
        <p:nvSpPr>
          <p:cNvPr id="3" name="TextBox 3">
            <a:extLst xmlns:a="http://schemas.openxmlformats.org/drawingml/2006/main">
              <a:ext uri="{FF2B5EF4-FFF2-40B4-BE49-F238E27FC236}">
                <a16:creationId xmlns:a16="http://schemas.microsoft.com/office/drawing/2014/main" id="{79C46854-1103-4E33-B51D-B6AA4EEA6C3E}"/>
              </a:ext>
            </a:extLst>
          </p:cNvPr>
          <p:cNvSpPr>
            <a:spLocks xmlns:a="http://schemas.openxmlformats.org/drawingml/2006/main" noGrp="1"/>
          </p:cNvSpPr>
          <p:nvPr/>
        </p:nvSpPr>
        <p:spPr>
          <a:xfrm xmlns:a="http://schemas.openxmlformats.org/drawingml/2006/main">
            <a:off x="584185" y="457274"/>
            <a:ext cx="2730432" cy="215895"/>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buNone/>
            </a:pPr>
            <a:r>
              <a:rPr sz="1000" b="1" spc="200">
                <a:solidFill>
                  <a:srgbClr val="00A99D"/>
                </a:solidFill>
                <a:latin typeface="Arial"/>
                <a:ea typeface="Arial"/>
                <a:cs typeface="Arial"/>
              </a:rPr>
              <a:t>TASK 05 · MATERIAL RETRIEVAL</a:t>
            </a:r>
            <a:endParaRPr sz="1000"/>
          </a:p>
        </p:txBody>
      </p:sp>
      <p:sp>
        <p:nvSpPr>
          <p:cNvPr id="4" name="TextBox 5">
            <a:extLst xmlns:a="http://schemas.openxmlformats.org/drawingml/2006/main">
              <a:ext uri="{FF2B5EF4-FFF2-40B4-BE49-F238E27FC236}">
                <a16:creationId xmlns:a16="http://schemas.microsoft.com/office/drawing/2014/main" id="{EB31CD4A-A2D1-42FE-AF08-2DDC9B683665}"/>
              </a:ext>
            </a:extLst>
          </p:cNvPr>
          <p:cNvSpPr>
            <a:spLocks xmlns:a="http://schemas.openxmlformats.org/drawingml/2006/main" noGrp="1"/>
          </p:cNvSpPr>
          <p:nvPr/>
        </p:nvSpPr>
        <p:spPr>
          <a:xfrm xmlns:a="http://schemas.openxmlformats.org/drawingml/2006/main">
            <a:off x="584185" y="812865"/>
            <a:ext cx="9143771" cy="1079473"/>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lnSpc>
                <a:spcPts val="3564"/>
              </a:lnSpc>
              <a:buNone/>
            </a:pPr>
            <a:r>
              <a:rPr sz="3300" spc="-150">
                <a:solidFill>
                  <a:srgbClr val="162A2D"/>
                </a:solidFill>
                <a:latin typeface="Arial"/>
                <a:ea typeface="Arial"/>
                <a:cs typeface="Arial"/>
              </a:rPr>
              <a:t>Better ranking did not fix</a:t>
            </a:r>
            <a:endParaRPr sz="3300"/>
          </a:p>
          <a:p xmlns:a="http://schemas.openxmlformats.org/drawingml/2006/main">
            <a:pPr marL="0" indent="0" algn="l">
              <a:lnSpc>
                <a:spcPts val="3564"/>
              </a:lnSpc>
              <a:buNone/>
            </a:pPr>
            <a:r>
              <a:rPr sz="3300" spc="-150">
                <a:solidFill>
                  <a:srgbClr val="162A2D"/>
                </a:solidFill>
                <a:latin typeface="Arial"/>
                <a:ea typeface="Arial"/>
                <a:cs typeface="Arial"/>
              </a:rPr>
              <a:t>missing evidence</a:t>
            </a:r>
            <a:endParaRPr sz="3300"/>
          </a:p>
        </p:txBody>
      </p:sp>
      <p:sp>
        <p:nvSpPr>
          <p:cNvPr id="5" name="Shape 7">
            <a:extLst xmlns:a="http://schemas.openxmlformats.org/drawingml/2006/main">
              <a:ext uri="{FF2B5EF4-FFF2-40B4-BE49-F238E27FC236}">
                <a16:creationId xmlns:a16="http://schemas.microsoft.com/office/drawing/2014/main" id="{71C18E8B-082B-4814-9217-F8205C8A1058}"/>
              </a:ext>
            </a:extLst>
          </p:cNvPr>
          <p:cNvSpPr>
            <a:spLocks xmlns:a="http://schemas.openxmlformats.org/drawingml/2006/main" noGrp="1"/>
          </p:cNvSpPr>
          <p:nvPr/>
        </p:nvSpPr>
        <p:spPr>
          <a:xfrm xmlns:a="http://schemas.openxmlformats.org/drawingml/2006/main">
            <a:off x="584185" y="2349527"/>
            <a:ext cx="6667333" cy="3479713"/>
          </a:xfrm>
          <a:prstGeom xmlns:a="http://schemas.openxmlformats.org/drawingml/2006/main" prst="roundRect">
            <a:avLst>
              <a:gd name="adj" fmla="val 7664"/>
            </a:avLst>
          </a:prstGeom>
          <a:solidFill xmlns:a="http://schemas.openxmlformats.org/drawingml/2006/main">
            <a:srgbClr val="F4F1EA"/>
          </a:solidFill>
        </p:spPr>
      </p:sp>
      <p:sp>
        <p:nvSpPr>
          <p:cNvPr id="6" name="TextBox 9">
            <a:extLst xmlns:a="http://schemas.openxmlformats.org/drawingml/2006/main">
              <a:ext uri="{FF2B5EF4-FFF2-40B4-BE49-F238E27FC236}">
                <a16:creationId xmlns:a16="http://schemas.microsoft.com/office/drawing/2014/main" id="{CF36B40B-9AC7-4A88-AD2A-2CFEC50698BB}"/>
              </a:ext>
            </a:extLst>
          </p:cNvPr>
          <p:cNvSpPr>
            <a:spLocks xmlns:a="http://schemas.openxmlformats.org/drawingml/2006/main" noGrp="1"/>
          </p:cNvSpPr>
          <p:nvPr/>
        </p:nvSpPr>
        <p:spPr>
          <a:xfrm xmlns:a="http://schemas.openxmlformats.org/drawingml/2006/main">
            <a:off x="850879" y="2616220"/>
            <a:ext cx="6133947" cy="152396"/>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buNone/>
            </a:pPr>
            <a:r>
              <a:rPr sz="1050" b="1" spc="150">
                <a:solidFill>
                  <a:srgbClr val="00A99D"/>
                </a:solidFill>
                <a:latin typeface="Arial"/>
                <a:ea typeface="Arial"/>
                <a:cs typeface="Arial"/>
              </a:rPr>
              <a:t>REVIEWED GRID · nDCG@5</a:t>
            </a:r>
            <a:endParaRPr sz="1050"/>
          </a:p>
        </p:txBody>
      </p:sp>
      <p:sp>
        <p:nvSpPr>
          <p:cNvPr id="7" name="Shape 11">
            <a:extLst xmlns:a="http://schemas.openxmlformats.org/drawingml/2006/main">
              <a:ext uri="{FF2B5EF4-FFF2-40B4-BE49-F238E27FC236}">
                <a16:creationId xmlns:a16="http://schemas.microsoft.com/office/drawing/2014/main" id="{D991B69A-1317-409E-8E94-90583A7FEA3E}"/>
              </a:ext>
            </a:extLst>
          </p:cNvPr>
          <p:cNvSpPr>
            <a:spLocks xmlns:a="http://schemas.openxmlformats.org/drawingml/2006/main" noGrp="1"/>
          </p:cNvSpPr>
          <p:nvPr/>
        </p:nvSpPr>
        <p:spPr>
          <a:xfrm xmlns:a="http://schemas.openxmlformats.org/drawingml/2006/main">
            <a:off x="977876" y="3238505"/>
            <a:ext cx="5714857" cy="2031949"/>
          </a:xfrm>
          <a:prstGeom xmlns:a="http://schemas.openxmlformats.org/drawingml/2006/main" prst="rect">
            <a:avLst/>
          </a:prstGeom>
          <a:noFill xmlns:a="http://schemas.openxmlformats.org/drawingml/2006/main"/>
        </p:spPr>
      </p:sp>
      <p:pic>
        <p:nvPicPr>
          <p:cNvPr id="63" name="Picture 11"/>
          <p:cNvPicPr>
            <a:picLocks xmlns:a="http://schemas.openxmlformats.org/drawingml/2006/main" noChangeAspect="1"/>
          </p:cNvPicPr>
          <p:nvPr/>
        </p:nvPicPr>
        <p:blipFill>
          <a:blip xmlns:r="http://schemas.openxmlformats.org/officeDocument/2006/relationships" xmlns:a="http://schemas.openxmlformats.org/drawingml/2006/main" r:embed="R0f785a9ac3c84904">
            <a:extLst>
              <a:ext uri="{96DAC541-7B7A-43D3-8B79-37D633B846F1}">
                <asvg:svgBlip xmlns:asvg="http://schemas.microsoft.com/office/drawing/2016/SVG/main" r:embed="Rf1c172aa27c249d9"/>
              </a:ext>
            </a:extLst>
          </a:blip>
          <a:stretch xmlns:a="http://schemas.openxmlformats.org/drawingml/2006/main">
            <a:fillRect l="0" t="0" r="0" b="0"/>
          </a:stretch>
        </p:blipFill>
        <p:spPr>
          <a:xfrm xmlns:a="http://schemas.openxmlformats.org/drawingml/2006/main">
            <a:off x="977876" y="3238505"/>
            <a:ext cx="5714857" cy="2031949"/>
          </a:xfrm>
          <a:prstGeom xmlns:a="http://schemas.openxmlformats.org/drawingml/2006/main" prst="rect">
            <a:avLst/>
          </a:prstGeom>
        </p:spPr>
      </p:pic>
      <p:pic>
        <p:nvPicPr>
          <p:cNvPr id="64" name="Picture 13"/>
          <p:cNvPicPr>
            <a:picLocks xmlns:a="http://schemas.openxmlformats.org/drawingml/2006/main" noChangeAspect="1"/>
          </p:cNvPicPr>
          <p:nvPr/>
        </p:nvPicPr>
        <p:blipFill>
          <a:blip xmlns:r="http://schemas.openxmlformats.org/officeDocument/2006/relationships" xmlns:a="http://schemas.openxmlformats.org/drawingml/2006/main" r:embed="R5514d63370c5424e">
            <a:extLst>
              <a:ext uri="{96DAC541-7B7A-43D3-8B79-37D633B846F1}">
                <asvg:svgBlip xmlns:asvg="http://schemas.microsoft.com/office/drawing/2016/SVG/main" r:embed="R19f3e9d60f424ab4"/>
              </a:ext>
            </a:extLst>
          </a:blip>
          <a:stretch xmlns:a="http://schemas.openxmlformats.org/drawingml/2006/main">
            <a:fillRect l="0" t="0" r="0" b="0"/>
          </a:stretch>
        </p:blipFill>
        <p:spPr>
          <a:xfrm xmlns:a="http://schemas.openxmlformats.org/drawingml/2006/main">
            <a:off x="1435064" y="3638545"/>
            <a:ext cx="634984" cy="1619210"/>
          </a:xfrm>
          <a:prstGeom xmlns:a="http://schemas.openxmlformats.org/drawingml/2006/main" prst="rect">
            <a:avLst/>
          </a:prstGeom>
        </p:spPr>
      </p:pic>
      <p:pic>
        <p:nvPicPr>
          <p:cNvPr id="65" name="Picture 13"/>
          <p:cNvPicPr>
            <a:picLocks xmlns:a="http://schemas.openxmlformats.org/drawingml/2006/main" noChangeAspect="1"/>
          </p:cNvPicPr>
          <p:nvPr/>
        </p:nvPicPr>
        <p:blipFill>
          <a:blip xmlns:r="http://schemas.openxmlformats.org/officeDocument/2006/relationships" xmlns:a="http://schemas.openxmlformats.org/drawingml/2006/main" r:embed="R085fe260d5af46da">
            <a:extLst>
              <a:ext uri="{96DAC541-7B7A-43D3-8B79-37D633B846F1}">
                <asvg:svgBlip xmlns:asvg="http://schemas.microsoft.com/office/drawing/2016/SVG/main" r:embed="Ree494df51b584b0e"/>
              </a:ext>
            </a:extLst>
          </a:blip>
          <a:stretch xmlns:a="http://schemas.openxmlformats.org/drawingml/2006/main">
            <a:fillRect l="0" t="0" r="0" b="0"/>
          </a:stretch>
        </p:blipFill>
        <p:spPr>
          <a:xfrm xmlns:a="http://schemas.openxmlformats.org/drawingml/2006/main">
            <a:off x="1435064" y="3638545"/>
            <a:ext cx="634984" cy="1619210"/>
          </a:xfrm>
          <a:prstGeom xmlns:a="http://schemas.openxmlformats.org/drawingml/2006/main" prst="rect">
            <a:avLst/>
          </a:prstGeom>
        </p:spPr>
      </p:pic>
      <p:pic>
        <p:nvPicPr>
          <p:cNvPr id="66" name="Picture 13"/>
          <p:cNvPicPr>
            <a:picLocks xmlns:a="http://schemas.openxmlformats.org/drawingml/2006/main" noChangeAspect="1"/>
          </p:cNvPicPr>
          <p:nvPr/>
        </p:nvPicPr>
        <p:blipFill>
          <a:blip xmlns:r="http://schemas.openxmlformats.org/officeDocument/2006/relationships" xmlns:a="http://schemas.openxmlformats.org/drawingml/2006/main" r:embed="Ree7b6abe66aa4c97"/>
          <a:stretch xmlns:a="http://schemas.openxmlformats.org/drawingml/2006/main">
            <a:fillRect l="0" t="0" r="0" b="0"/>
          </a:stretch>
        </p:blipFill>
        <p:spPr>
          <a:xfrm xmlns:a="http://schemas.openxmlformats.org/drawingml/2006/main">
            <a:off x="1435064" y="3638545"/>
            <a:ext cx="634984" cy="1619210"/>
          </a:xfrm>
          <a:prstGeom xmlns:a="http://schemas.openxmlformats.org/drawingml/2006/main" prst="rect">
            <a:avLst/>
          </a:prstGeom>
        </p:spPr>
      </p:pic>
      <p:pic>
        <p:nvPicPr>
          <p:cNvPr id="67" name="Picture 15"/>
          <p:cNvPicPr>
            <a:picLocks xmlns:a="http://schemas.openxmlformats.org/drawingml/2006/main" noChangeAspect="1"/>
          </p:cNvPicPr>
          <p:nvPr/>
        </p:nvPicPr>
        <p:blipFill>
          <a:blip xmlns:r="http://schemas.openxmlformats.org/officeDocument/2006/relationships" xmlns:a="http://schemas.openxmlformats.org/drawingml/2006/main" r:embed="Ree7b6abe66aa4c97">
            <a:extLst>
              <a:ext uri="{96DAC541-7B7A-43D3-8B79-37D633B846F1}">
                <asvg:svgBlip xmlns:asvg="http://schemas.microsoft.com/office/drawing/2016/SVG/main" r:embed="R2e18066c72634a2e"/>
              </a:ext>
            </a:extLst>
          </a:blip>
          <a:stretch xmlns:a="http://schemas.openxmlformats.org/drawingml/2006/main">
            <a:fillRect l="0" t="0" r="0" b="0"/>
          </a:stretch>
        </p:blipFill>
        <p:spPr>
          <a:xfrm xmlns:a="http://schemas.openxmlformats.org/drawingml/2006/main">
            <a:off x="2482788" y="3543297"/>
            <a:ext cx="634984" cy="1714457"/>
          </a:xfrm>
          <a:prstGeom xmlns:a="http://schemas.openxmlformats.org/drawingml/2006/main" prst="rect">
            <a:avLst/>
          </a:prstGeom>
        </p:spPr>
      </p:pic>
      <p:pic>
        <p:nvPicPr>
          <p:cNvPr id="68" name="Picture 15"/>
          <p:cNvPicPr>
            <a:picLocks xmlns:a="http://schemas.openxmlformats.org/drawingml/2006/main" noChangeAspect="1"/>
          </p:cNvPicPr>
          <p:nvPr/>
        </p:nvPicPr>
        <p:blipFill>
          <a:blip xmlns:r="http://schemas.openxmlformats.org/officeDocument/2006/relationships" xmlns:a="http://schemas.openxmlformats.org/drawingml/2006/main" r:embed="R1fdeafaa852843e6">
            <a:extLst>
              <a:ext uri="{96DAC541-7B7A-43D3-8B79-37D633B846F1}">
                <asvg:svgBlip xmlns:asvg="http://schemas.microsoft.com/office/drawing/2016/SVG/main" r:embed="Rbff4a242b9d243bc"/>
              </a:ext>
            </a:extLst>
          </a:blip>
          <a:stretch xmlns:a="http://schemas.openxmlformats.org/drawingml/2006/main">
            <a:fillRect l="0" t="0" r="0" b="0"/>
          </a:stretch>
        </p:blipFill>
        <p:spPr>
          <a:xfrm xmlns:a="http://schemas.openxmlformats.org/drawingml/2006/main">
            <a:off x="2482788" y="3543297"/>
            <a:ext cx="634984" cy="1714457"/>
          </a:xfrm>
          <a:prstGeom xmlns:a="http://schemas.openxmlformats.org/drawingml/2006/main" prst="rect">
            <a:avLst/>
          </a:prstGeom>
        </p:spPr>
      </p:pic>
      <p:pic>
        <p:nvPicPr>
          <p:cNvPr id="69" name="Picture 15"/>
          <p:cNvPicPr>
            <a:picLocks xmlns:a="http://schemas.openxmlformats.org/drawingml/2006/main" noChangeAspect="1"/>
          </p:cNvPicPr>
          <p:nvPr/>
        </p:nvPicPr>
        <p:blipFill>
          <a:blip xmlns:r="http://schemas.openxmlformats.org/officeDocument/2006/relationships" xmlns:a="http://schemas.openxmlformats.org/drawingml/2006/main" r:embed="R353e8bbae9f04f6c"/>
          <a:stretch xmlns:a="http://schemas.openxmlformats.org/drawingml/2006/main">
            <a:fillRect l="0" t="0" r="0" b="0"/>
          </a:stretch>
        </p:blipFill>
        <p:spPr>
          <a:xfrm xmlns:a="http://schemas.openxmlformats.org/drawingml/2006/main">
            <a:off x="2482788" y="3543297"/>
            <a:ext cx="634984" cy="1714457"/>
          </a:xfrm>
          <a:prstGeom xmlns:a="http://schemas.openxmlformats.org/drawingml/2006/main" prst="rect">
            <a:avLst/>
          </a:prstGeom>
        </p:spPr>
      </p:pic>
      <p:pic>
        <p:nvPicPr>
          <p:cNvPr id="70" name="Picture 17"/>
          <p:cNvPicPr>
            <a:picLocks xmlns:a="http://schemas.openxmlformats.org/drawingml/2006/main" noChangeAspect="1"/>
          </p:cNvPicPr>
          <p:nvPr/>
        </p:nvPicPr>
        <p:blipFill>
          <a:blip xmlns:r="http://schemas.openxmlformats.org/officeDocument/2006/relationships" xmlns:a="http://schemas.openxmlformats.org/drawingml/2006/main" r:embed="R353e8bbae9f04f6c">
            <a:extLst>
              <a:ext uri="{96DAC541-7B7A-43D3-8B79-37D633B846F1}">
                <asvg:svgBlip xmlns:asvg="http://schemas.microsoft.com/office/drawing/2016/SVG/main" r:embed="R9a94c698957d4f00"/>
              </a:ext>
            </a:extLst>
          </a:blip>
          <a:stretch xmlns:a="http://schemas.openxmlformats.org/drawingml/2006/main">
            <a:fillRect l="0" t="0" r="0" b="0"/>
          </a:stretch>
        </p:blipFill>
        <p:spPr>
          <a:xfrm xmlns:a="http://schemas.openxmlformats.org/drawingml/2006/main">
            <a:off x="3530512" y="3568697"/>
            <a:ext cx="634984" cy="1689058"/>
          </a:xfrm>
          <a:prstGeom xmlns:a="http://schemas.openxmlformats.org/drawingml/2006/main" prst="rect">
            <a:avLst/>
          </a:prstGeom>
        </p:spPr>
      </p:pic>
      <p:pic>
        <p:nvPicPr>
          <p:cNvPr id="71" name="Picture 17"/>
          <p:cNvPicPr>
            <a:picLocks xmlns:a="http://schemas.openxmlformats.org/drawingml/2006/main" noChangeAspect="1"/>
          </p:cNvPicPr>
          <p:nvPr/>
        </p:nvPicPr>
        <p:blipFill>
          <a:blip xmlns:r="http://schemas.openxmlformats.org/officeDocument/2006/relationships" xmlns:a="http://schemas.openxmlformats.org/drawingml/2006/main" r:embed="R7240b0400ed7401d">
            <a:extLst>
              <a:ext uri="{96DAC541-7B7A-43D3-8B79-37D633B846F1}">
                <asvg:svgBlip xmlns:asvg="http://schemas.microsoft.com/office/drawing/2016/SVG/main" r:embed="R7822e1faf8aa4d0c"/>
              </a:ext>
            </a:extLst>
          </a:blip>
          <a:stretch xmlns:a="http://schemas.openxmlformats.org/drawingml/2006/main">
            <a:fillRect l="0" t="0" r="0" b="0"/>
          </a:stretch>
        </p:blipFill>
        <p:spPr>
          <a:xfrm xmlns:a="http://schemas.openxmlformats.org/drawingml/2006/main">
            <a:off x="3530512" y="3568697"/>
            <a:ext cx="634984" cy="1689058"/>
          </a:xfrm>
          <a:prstGeom xmlns:a="http://schemas.openxmlformats.org/drawingml/2006/main" prst="rect">
            <a:avLst/>
          </a:prstGeom>
        </p:spPr>
      </p:pic>
      <p:pic>
        <p:nvPicPr>
          <p:cNvPr id="72" name="Picture 17"/>
          <p:cNvPicPr>
            <a:picLocks xmlns:a="http://schemas.openxmlformats.org/drawingml/2006/main" noChangeAspect="1"/>
          </p:cNvPicPr>
          <p:nvPr/>
        </p:nvPicPr>
        <p:blipFill>
          <a:blip xmlns:r="http://schemas.openxmlformats.org/officeDocument/2006/relationships" xmlns:a="http://schemas.openxmlformats.org/drawingml/2006/main" r:embed="Rfa54afa5736d495e"/>
          <a:stretch xmlns:a="http://schemas.openxmlformats.org/drawingml/2006/main">
            <a:fillRect l="0" t="0" r="0" b="0"/>
          </a:stretch>
        </p:blipFill>
        <p:spPr>
          <a:xfrm xmlns:a="http://schemas.openxmlformats.org/drawingml/2006/main">
            <a:off x="3530512" y="3568697"/>
            <a:ext cx="634984" cy="1689058"/>
          </a:xfrm>
          <a:prstGeom xmlns:a="http://schemas.openxmlformats.org/drawingml/2006/main" prst="rect">
            <a:avLst/>
          </a:prstGeom>
        </p:spPr>
      </p:pic>
      <p:pic>
        <p:nvPicPr>
          <p:cNvPr id="73" name="Picture 19"/>
          <p:cNvPicPr>
            <a:picLocks xmlns:a="http://schemas.openxmlformats.org/drawingml/2006/main" noChangeAspect="1"/>
          </p:cNvPicPr>
          <p:nvPr/>
        </p:nvPicPr>
        <p:blipFill>
          <a:blip xmlns:r="http://schemas.openxmlformats.org/officeDocument/2006/relationships" xmlns:a="http://schemas.openxmlformats.org/drawingml/2006/main" r:embed="Rfa54afa5736d495e">
            <a:extLst>
              <a:ext uri="{96DAC541-7B7A-43D3-8B79-37D633B846F1}">
                <asvg:svgBlip xmlns:asvg="http://schemas.microsoft.com/office/drawing/2016/SVG/main" r:embed="R0b49b70fcde14465"/>
              </a:ext>
            </a:extLst>
          </a:blip>
          <a:stretch xmlns:a="http://schemas.openxmlformats.org/drawingml/2006/main">
            <a:fillRect l="0" t="0" r="0" b="0"/>
          </a:stretch>
        </p:blipFill>
        <p:spPr>
          <a:xfrm xmlns:a="http://schemas.openxmlformats.org/drawingml/2006/main">
            <a:off x="4578236" y="3708393"/>
            <a:ext cx="634984" cy="1549361"/>
          </a:xfrm>
          <a:prstGeom xmlns:a="http://schemas.openxmlformats.org/drawingml/2006/main" prst="rect">
            <a:avLst/>
          </a:prstGeom>
        </p:spPr>
      </p:pic>
      <p:pic>
        <p:nvPicPr>
          <p:cNvPr id="74" name="Picture 19"/>
          <p:cNvPicPr>
            <a:picLocks xmlns:a="http://schemas.openxmlformats.org/drawingml/2006/main" noChangeAspect="1"/>
          </p:cNvPicPr>
          <p:nvPr/>
        </p:nvPicPr>
        <p:blipFill>
          <a:blip xmlns:r="http://schemas.openxmlformats.org/officeDocument/2006/relationships" xmlns:a="http://schemas.openxmlformats.org/drawingml/2006/main" r:embed="R9038f0039e3f4846">
            <a:extLst>
              <a:ext uri="{96DAC541-7B7A-43D3-8B79-37D633B846F1}">
                <asvg:svgBlip xmlns:asvg="http://schemas.microsoft.com/office/drawing/2016/SVG/main" r:embed="R78ef2d87ec0f4ef5"/>
              </a:ext>
            </a:extLst>
          </a:blip>
          <a:stretch xmlns:a="http://schemas.openxmlformats.org/drawingml/2006/main">
            <a:fillRect l="0" t="0" r="0" b="0"/>
          </a:stretch>
        </p:blipFill>
        <p:spPr>
          <a:xfrm xmlns:a="http://schemas.openxmlformats.org/drawingml/2006/main">
            <a:off x="4578236" y="3708393"/>
            <a:ext cx="634984" cy="1549361"/>
          </a:xfrm>
          <a:prstGeom xmlns:a="http://schemas.openxmlformats.org/drawingml/2006/main" prst="rect">
            <a:avLst/>
          </a:prstGeom>
        </p:spPr>
      </p:pic>
      <p:pic>
        <p:nvPicPr>
          <p:cNvPr id="75" name="Picture 19"/>
          <p:cNvPicPr>
            <a:picLocks xmlns:a="http://schemas.openxmlformats.org/drawingml/2006/main" noChangeAspect="1"/>
          </p:cNvPicPr>
          <p:nvPr/>
        </p:nvPicPr>
        <p:blipFill>
          <a:blip xmlns:r="http://schemas.openxmlformats.org/officeDocument/2006/relationships" xmlns:a="http://schemas.openxmlformats.org/drawingml/2006/main" r:embed="R6dc4e79d999f48c6"/>
          <a:stretch xmlns:a="http://schemas.openxmlformats.org/drawingml/2006/main">
            <a:fillRect l="0" t="0" r="0" b="0"/>
          </a:stretch>
        </p:blipFill>
        <p:spPr>
          <a:xfrm xmlns:a="http://schemas.openxmlformats.org/drawingml/2006/main">
            <a:off x="4578236" y="3708393"/>
            <a:ext cx="634984" cy="1549361"/>
          </a:xfrm>
          <a:prstGeom xmlns:a="http://schemas.openxmlformats.org/drawingml/2006/main" prst="rect">
            <a:avLst/>
          </a:prstGeom>
        </p:spPr>
      </p:pic>
      <p:pic>
        <p:nvPicPr>
          <p:cNvPr id="76" name="Picture 21"/>
          <p:cNvPicPr>
            <a:picLocks xmlns:a="http://schemas.openxmlformats.org/drawingml/2006/main" noChangeAspect="1"/>
          </p:cNvPicPr>
          <p:nvPr/>
        </p:nvPicPr>
        <p:blipFill>
          <a:blip xmlns:r="http://schemas.openxmlformats.org/officeDocument/2006/relationships" xmlns:a="http://schemas.openxmlformats.org/drawingml/2006/main" r:embed="R454bb4f4e7264980">
            <a:extLst>
              <a:ext uri="{96DAC541-7B7A-43D3-8B79-37D633B846F1}">
                <asvg:svgBlip xmlns:asvg="http://schemas.microsoft.com/office/drawing/2016/SVG/main" r:embed="Re121eb99acad4eda"/>
              </a:ext>
            </a:extLst>
          </a:blip>
          <a:stretch xmlns:a="http://schemas.openxmlformats.org/drawingml/2006/main">
            <a:fillRect l="0" t="0" r="0" b="0"/>
          </a:stretch>
        </p:blipFill>
        <p:spPr>
          <a:xfrm xmlns:a="http://schemas.openxmlformats.org/drawingml/2006/main">
            <a:off x="5625959" y="3892538"/>
            <a:ext cx="634984" cy="1365216"/>
          </a:xfrm>
          <a:prstGeom xmlns:a="http://schemas.openxmlformats.org/drawingml/2006/main" prst="rect">
            <a:avLst/>
          </a:prstGeom>
        </p:spPr>
      </p:pic>
      <p:pic>
        <p:nvPicPr>
          <p:cNvPr id="77" name="Picture 21"/>
          <p:cNvPicPr>
            <a:picLocks xmlns:a="http://schemas.openxmlformats.org/drawingml/2006/main" noChangeAspect="1"/>
          </p:cNvPicPr>
          <p:nvPr/>
        </p:nvPicPr>
        <p:blipFill>
          <a:blip xmlns:r="http://schemas.openxmlformats.org/officeDocument/2006/relationships" xmlns:a="http://schemas.openxmlformats.org/drawingml/2006/main" r:embed="R6dc4e79d999f48c6">
            <a:extLst>
              <a:ext uri="{96DAC541-7B7A-43D3-8B79-37D633B846F1}">
                <asvg:svgBlip xmlns:asvg="http://schemas.microsoft.com/office/drawing/2016/SVG/main" r:embed="Rea1255976e6945f8"/>
              </a:ext>
            </a:extLst>
          </a:blip>
          <a:stretch xmlns:a="http://schemas.openxmlformats.org/drawingml/2006/main">
            <a:fillRect l="0" t="0" r="0" b="0"/>
          </a:stretch>
        </p:blipFill>
        <p:spPr>
          <a:xfrm xmlns:a="http://schemas.openxmlformats.org/drawingml/2006/main">
            <a:off x="5625959" y="3892538"/>
            <a:ext cx="634984" cy="1365216"/>
          </a:xfrm>
          <a:prstGeom xmlns:a="http://schemas.openxmlformats.org/drawingml/2006/main" prst="rect">
            <a:avLst/>
          </a:prstGeom>
        </p:spPr>
      </p:pic>
      <p:pic>
        <p:nvPicPr>
          <p:cNvPr id="78" name="Picture 21"/>
          <p:cNvPicPr>
            <a:picLocks xmlns:a="http://schemas.openxmlformats.org/drawingml/2006/main" noChangeAspect="1"/>
          </p:cNvPicPr>
          <p:nvPr/>
        </p:nvPicPr>
        <p:blipFill>
          <a:blip xmlns:r="http://schemas.openxmlformats.org/officeDocument/2006/relationships" xmlns:a="http://schemas.openxmlformats.org/drawingml/2006/main" r:embed="Rae2f87206a7d46cb"/>
          <a:stretch xmlns:a="http://schemas.openxmlformats.org/drawingml/2006/main">
            <a:fillRect l="0" t="0" r="0" b="0"/>
          </a:stretch>
        </p:blipFill>
        <p:spPr>
          <a:xfrm xmlns:a="http://schemas.openxmlformats.org/drawingml/2006/main">
            <a:off x="5625959" y="3892538"/>
            <a:ext cx="634984" cy="1365216"/>
          </a:xfrm>
          <a:prstGeom xmlns:a="http://schemas.openxmlformats.org/drawingml/2006/main" prst="rect">
            <a:avLst/>
          </a:prstGeom>
        </p:spPr>
      </p:pic>
      <p:sp>
        <p:nvSpPr>
          <p:cNvPr id="24" name="TextBox 23">
            <a:extLst xmlns:a="http://schemas.openxmlformats.org/drawingml/2006/main">
              <a:ext uri="{FF2B5EF4-FFF2-40B4-BE49-F238E27FC236}">
                <a16:creationId xmlns:a16="http://schemas.microsoft.com/office/drawing/2014/main" id="{E51FA325-4AD6-433D-90FB-397C9A22533F}"/>
              </a:ext>
            </a:extLst>
          </p:cNvPr>
          <p:cNvSpPr>
            <a:spLocks xmlns:a="http://schemas.openxmlformats.org/drawingml/2006/main" noGrp="1"/>
          </p:cNvSpPr>
          <p:nvPr/>
        </p:nvSpPr>
        <p:spPr>
          <a:xfrm xmlns:a="http://schemas.openxmlformats.org/drawingml/2006/main">
            <a:off x="1333467" y="3378201"/>
            <a:ext cx="825479" cy="215895"/>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ctr">
              <a:buNone/>
            </a:pPr>
            <a:r>
              <a:rPr sz="1100">
                <a:solidFill>
                  <a:srgbClr val="162A2D"/>
                </a:solidFill>
                <a:latin typeface="Arial"/>
                <a:ea typeface="Arial"/>
                <a:cs typeface="Arial"/>
              </a:rPr>
              <a:t>.802</a:t>
            </a:r>
            <a:endParaRPr sz="1100"/>
          </a:p>
        </p:txBody>
      </p:sp>
      <p:sp>
        <p:nvSpPr>
          <p:cNvPr id="25" name="TextBox 25">
            <a:extLst xmlns:a="http://schemas.openxmlformats.org/drawingml/2006/main">
              <a:ext uri="{FF2B5EF4-FFF2-40B4-BE49-F238E27FC236}">
                <a16:creationId xmlns:a16="http://schemas.microsoft.com/office/drawing/2014/main" id="{FC98E5A9-7E75-4136-888B-36097E1092B7}"/>
              </a:ext>
            </a:extLst>
          </p:cNvPr>
          <p:cNvSpPr>
            <a:spLocks xmlns:a="http://schemas.openxmlformats.org/drawingml/2006/main" noGrp="1"/>
          </p:cNvSpPr>
          <p:nvPr/>
        </p:nvSpPr>
        <p:spPr>
          <a:xfrm xmlns:a="http://schemas.openxmlformats.org/drawingml/2006/main">
            <a:off x="2381190" y="3282954"/>
            <a:ext cx="825479" cy="215895"/>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ctr">
              <a:buNone/>
            </a:pPr>
            <a:r>
              <a:rPr sz="1200" b="1">
                <a:solidFill>
                  <a:srgbClr val="00A99D"/>
                </a:solidFill>
                <a:latin typeface="Arial"/>
                <a:ea typeface="Arial"/>
                <a:cs typeface="Arial"/>
              </a:rPr>
              <a:t>.847</a:t>
            </a:r>
            <a:endParaRPr sz="1200"/>
          </a:p>
        </p:txBody>
      </p:sp>
      <p:sp>
        <p:nvSpPr>
          <p:cNvPr id="26" name="TextBox 27">
            <a:extLst xmlns:a="http://schemas.openxmlformats.org/drawingml/2006/main">
              <a:ext uri="{FF2B5EF4-FFF2-40B4-BE49-F238E27FC236}">
                <a16:creationId xmlns:a16="http://schemas.microsoft.com/office/drawing/2014/main" id="{B6761A13-5BA5-4B51-84F1-1B0B8683161E}"/>
              </a:ext>
            </a:extLst>
          </p:cNvPr>
          <p:cNvSpPr>
            <a:spLocks xmlns:a="http://schemas.openxmlformats.org/drawingml/2006/main" noGrp="1"/>
          </p:cNvSpPr>
          <p:nvPr/>
        </p:nvSpPr>
        <p:spPr>
          <a:xfrm xmlns:a="http://schemas.openxmlformats.org/drawingml/2006/main">
            <a:off x="3428914" y="3308353"/>
            <a:ext cx="825479" cy="215895"/>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ctr">
              <a:buNone/>
            </a:pPr>
            <a:r>
              <a:rPr sz="1100">
                <a:solidFill>
                  <a:srgbClr val="162A2D"/>
                </a:solidFill>
                <a:latin typeface="Arial"/>
                <a:ea typeface="Arial"/>
                <a:cs typeface="Arial"/>
              </a:rPr>
              <a:t>.833</a:t>
            </a:r>
            <a:endParaRPr sz="1100"/>
          </a:p>
        </p:txBody>
      </p:sp>
      <p:sp>
        <p:nvSpPr>
          <p:cNvPr id="27" name="TextBox 29">
            <a:extLst xmlns:a="http://schemas.openxmlformats.org/drawingml/2006/main">
              <a:ext uri="{FF2B5EF4-FFF2-40B4-BE49-F238E27FC236}">
                <a16:creationId xmlns:a16="http://schemas.microsoft.com/office/drawing/2014/main" id="{B8F5CC63-50CB-44AE-914D-D2360342D035}"/>
              </a:ext>
            </a:extLst>
          </p:cNvPr>
          <p:cNvSpPr>
            <a:spLocks xmlns:a="http://schemas.openxmlformats.org/drawingml/2006/main" noGrp="1"/>
          </p:cNvSpPr>
          <p:nvPr/>
        </p:nvSpPr>
        <p:spPr>
          <a:xfrm xmlns:a="http://schemas.openxmlformats.org/drawingml/2006/main">
            <a:off x="4476638" y="3448050"/>
            <a:ext cx="825479" cy="215895"/>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ctr">
              <a:buNone/>
            </a:pPr>
            <a:r>
              <a:rPr sz="1100">
                <a:solidFill>
                  <a:srgbClr val="162A2D"/>
                </a:solidFill>
                <a:latin typeface="Arial"/>
                <a:ea typeface="Arial"/>
                <a:cs typeface="Arial"/>
              </a:rPr>
              <a:t>.762</a:t>
            </a:r>
            <a:endParaRPr sz="1100"/>
          </a:p>
        </p:txBody>
      </p:sp>
      <p:sp>
        <p:nvSpPr>
          <p:cNvPr id="28" name="TextBox 31">
            <a:extLst xmlns:a="http://schemas.openxmlformats.org/drawingml/2006/main">
              <a:ext uri="{FF2B5EF4-FFF2-40B4-BE49-F238E27FC236}">
                <a16:creationId xmlns:a16="http://schemas.microsoft.com/office/drawing/2014/main" id="{4418F7A1-AA2E-4314-B20E-78636ACEACE4}"/>
              </a:ext>
            </a:extLst>
          </p:cNvPr>
          <p:cNvSpPr>
            <a:spLocks xmlns:a="http://schemas.openxmlformats.org/drawingml/2006/main" noGrp="1"/>
          </p:cNvSpPr>
          <p:nvPr/>
        </p:nvSpPr>
        <p:spPr>
          <a:xfrm xmlns:a="http://schemas.openxmlformats.org/drawingml/2006/main">
            <a:off x="5524362" y="3632195"/>
            <a:ext cx="825479" cy="215895"/>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ctr">
              <a:buNone/>
            </a:pPr>
            <a:r>
              <a:rPr sz="1100">
                <a:solidFill>
                  <a:srgbClr val="162A2D"/>
                </a:solidFill>
                <a:latin typeface="Arial"/>
                <a:ea typeface="Arial"/>
                <a:cs typeface="Arial"/>
              </a:rPr>
              <a:t>.672</a:t>
            </a:r>
            <a:endParaRPr sz="1100"/>
          </a:p>
        </p:txBody>
      </p:sp>
      <p:sp>
        <p:nvSpPr>
          <p:cNvPr id="29" name="TextBox 34">
            <a:extLst xmlns:a="http://schemas.openxmlformats.org/drawingml/2006/main">
              <a:ext uri="{FF2B5EF4-FFF2-40B4-BE49-F238E27FC236}">
                <a16:creationId xmlns:a16="http://schemas.microsoft.com/office/drawing/2014/main" id="{3FF99301-B9EB-45EF-8E31-8D5D09B516E5}"/>
              </a:ext>
            </a:extLst>
          </p:cNvPr>
          <p:cNvSpPr>
            <a:spLocks xmlns:a="http://schemas.openxmlformats.org/drawingml/2006/main" noGrp="1"/>
          </p:cNvSpPr>
          <p:nvPr/>
        </p:nvSpPr>
        <p:spPr>
          <a:xfrm xmlns:a="http://schemas.openxmlformats.org/drawingml/2006/main">
            <a:off x="1168371" y="5346652"/>
            <a:ext cx="5143371" cy="279393"/>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buNone/>
            </a:pPr>
            <a:r>
              <a:rPr sz="1150">
                <a:solidFill>
                  <a:srgbClr val="5E6D6C"/>
                </a:solidFill>
                <a:latin typeface="Arial"/>
                <a:ea typeface="Arial"/>
                <a:cs typeface="Arial"/>
              </a:rPr>
              <a:t>Character weight → 1.00 · </a:t>
            </a:r>
            <a:r>
              <a:rPr sz="1150" b="1">
                <a:solidFill>
                  <a:srgbClr val="5E6D6C"/>
                </a:solidFill>
                <a:latin typeface="Arial"/>
                <a:ea typeface="Arial"/>
                <a:cs typeface="Arial"/>
              </a:rPr>
              <a:t>0.75</a:t>
            </a:r>
            <a:r>
              <a:rPr sz="1150">
                <a:solidFill>
                  <a:srgbClr val="5E6D6C"/>
                </a:solidFill>
                <a:latin typeface="Arial"/>
                <a:ea typeface="Arial"/>
                <a:cs typeface="Arial"/>
              </a:rPr>
              <a:t> · 0.50 · 0.25 · 0.00</a:t>
            </a:r>
            <a:endParaRPr sz="1150"/>
          </a:p>
        </p:txBody>
      </p:sp>
      <p:sp>
        <p:nvSpPr>
          <p:cNvPr id="30" name="Shape 37">
            <a:extLst xmlns:a="http://schemas.openxmlformats.org/drawingml/2006/main">
              <a:ext uri="{FF2B5EF4-FFF2-40B4-BE49-F238E27FC236}">
                <a16:creationId xmlns:a16="http://schemas.microsoft.com/office/drawing/2014/main" id="{0D2635F5-CA87-4E82-B1A9-9C78A7517B01}"/>
              </a:ext>
            </a:extLst>
          </p:cNvPr>
          <p:cNvSpPr>
            <a:spLocks xmlns:a="http://schemas.openxmlformats.org/drawingml/2006/main" noGrp="1"/>
          </p:cNvSpPr>
          <p:nvPr/>
        </p:nvSpPr>
        <p:spPr>
          <a:xfrm xmlns:a="http://schemas.openxmlformats.org/drawingml/2006/main">
            <a:off x="7670608" y="2349527"/>
            <a:ext cx="3936902" cy="3479713"/>
          </a:xfrm>
          <a:prstGeom xmlns:a="http://schemas.openxmlformats.org/drawingml/2006/main" prst="roundRect">
            <a:avLst>
              <a:gd name="adj" fmla="val 7664"/>
            </a:avLst>
          </a:prstGeom>
          <a:solidFill xmlns:a="http://schemas.openxmlformats.org/drawingml/2006/main">
            <a:srgbClr val="162A2D"/>
          </a:solidFill>
        </p:spPr>
      </p:sp>
      <p:sp>
        <p:nvSpPr>
          <p:cNvPr id="31" name="TextBox 39">
            <a:extLst xmlns:a="http://schemas.openxmlformats.org/drawingml/2006/main">
              <a:ext uri="{FF2B5EF4-FFF2-40B4-BE49-F238E27FC236}">
                <a16:creationId xmlns:a16="http://schemas.microsoft.com/office/drawing/2014/main" id="{88C37E7F-F0A3-4726-929C-6A7A4DBC9083}"/>
              </a:ext>
            </a:extLst>
          </p:cNvPr>
          <p:cNvSpPr>
            <a:spLocks xmlns:a="http://schemas.openxmlformats.org/drawingml/2006/main" noGrp="1"/>
          </p:cNvSpPr>
          <p:nvPr/>
        </p:nvSpPr>
        <p:spPr>
          <a:xfrm xmlns:a="http://schemas.openxmlformats.org/drawingml/2006/main">
            <a:off x="7937302" y="2616220"/>
            <a:ext cx="3403515" cy="152396"/>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buNone/>
            </a:pPr>
            <a:r>
              <a:rPr sz="1050" b="1" spc="150">
                <a:solidFill>
                  <a:srgbClr val="00A99D"/>
                </a:solidFill>
                <a:latin typeface="Arial"/>
                <a:ea typeface="Arial"/>
                <a:cs typeface="Arial"/>
              </a:rPr>
              <a:t>THE DATA CEILING</a:t>
            </a:r>
            <a:endParaRPr sz="1050"/>
          </a:p>
        </p:txBody>
      </p:sp>
      <p:sp>
        <p:nvSpPr>
          <p:cNvPr id="32" name="TextBox 41">
            <a:extLst xmlns:a="http://schemas.openxmlformats.org/drawingml/2006/main">
              <a:ext uri="{FF2B5EF4-FFF2-40B4-BE49-F238E27FC236}">
                <a16:creationId xmlns:a16="http://schemas.microsoft.com/office/drawing/2014/main" id="{736C54E5-AE51-4660-B619-498ED980C0B4}"/>
              </a:ext>
            </a:extLst>
          </p:cNvPr>
          <p:cNvSpPr>
            <a:spLocks xmlns:a="http://schemas.openxmlformats.org/drawingml/2006/main" noGrp="1"/>
          </p:cNvSpPr>
          <p:nvPr/>
        </p:nvSpPr>
        <p:spPr>
          <a:xfrm xmlns:a="http://schemas.openxmlformats.org/drawingml/2006/main">
            <a:off x="7937302" y="3111508"/>
            <a:ext cx="3403515" cy="675564"/>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lnSpc>
                <a:spcPts val="5320"/>
              </a:lnSpc>
              <a:buNone/>
            </a:pPr>
            <a:r>
              <a:rPr sz="5600" b="1">
                <a:solidFill>
                  <a:srgbClr val="FFFFFF"/>
                </a:solidFill>
                <a:latin typeface="Arial"/>
                <a:ea typeface="Arial"/>
                <a:cs typeface="Arial"/>
              </a:rPr>
              <a:t>66.43%</a:t>
            </a:r>
            <a:endParaRPr sz="5600"/>
          </a:p>
        </p:txBody>
      </p:sp>
      <p:sp>
        <p:nvSpPr>
          <p:cNvPr id="33" name="TextBox 43">
            <a:extLst xmlns:a="http://schemas.openxmlformats.org/drawingml/2006/main">
              <a:ext uri="{FF2B5EF4-FFF2-40B4-BE49-F238E27FC236}">
                <a16:creationId xmlns:a16="http://schemas.microsoft.com/office/drawing/2014/main" id="{F5D3B199-24AE-40CA-AEC2-072DD2245DA5}"/>
              </a:ext>
            </a:extLst>
          </p:cNvPr>
          <p:cNvSpPr>
            <a:spLocks xmlns:a="http://schemas.openxmlformats.org/drawingml/2006/main" noGrp="1"/>
          </p:cNvSpPr>
          <p:nvPr/>
        </p:nvSpPr>
        <p:spPr>
          <a:xfrm xmlns:a="http://schemas.openxmlformats.org/drawingml/2006/main">
            <a:off x="7937302" y="3914068"/>
            <a:ext cx="3403515" cy="476238"/>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lnSpc>
                <a:spcPts val="1875"/>
              </a:lnSpc>
              <a:buNone/>
            </a:pPr>
            <a:r>
              <a:rPr sz="1500">
                <a:solidFill>
                  <a:srgbClr val="B8C3C1"/>
                </a:solidFill>
                <a:latin typeface="Arial"/>
                <a:ea typeface="Arial"/>
                <a:cs typeface="Arial"/>
              </a:rPr>
              <a:t>text-backed catalog coverage</a:t>
            </a:r>
            <a:endParaRPr sz="1500"/>
          </a:p>
          <a:p xmlns:a="http://schemas.openxmlformats.org/drawingml/2006/main">
            <a:pPr marL="0" indent="0" algn="l">
              <a:lnSpc>
                <a:spcPts val="1875"/>
              </a:lnSpc>
              <a:buNone/>
            </a:pPr>
            <a:r>
              <a:rPr sz="1500">
                <a:solidFill>
                  <a:srgbClr val="B8C3C1"/>
                </a:solidFill>
                <a:latin typeface="Arial"/>
                <a:ea typeface="Arial"/>
                <a:cs typeface="Arial"/>
              </a:rPr>
              <a:t>663 of 998 materials</a:t>
            </a:r>
            <a:endParaRPr sz="1500"/>
          </a:p>
        </p:txBody>
      </p:sp>
      <p:sp>
        <p:nvSpPr>
          <p:cNvPr id="34" name="Shape 45">
            <a:extLst xmlns:a="http://schemas.openxmlformats.org/drawingml/2006/main">
              <a:ext uri="{FF2B5EF4-FFF2-40B4-BE49-F238E27FC236}">
                <a16:creationId xmlns:a16="http://schemas.microsoft.com/office/drawing/2014/main" id="{D7F4D12E-9237-41B3-BAD9-1E4B44BC9227}"/>
              </a:ext>
            </a:extLst>
          </p:cNvPr>
          <p:cNvSpPr>
            <a:spLocks xmlns:a="http://schemas.openxmlformats.org/drawingml/2006/main" noGrp="1"/>
          </p:cNvSpPr>
          <p:nvPr/>
        </p:nvSpPr>
        <p:spPr>
          <a:xfrm xmlns:a="http://schemas.openxmlformats.org/drawingml/2006/main">
            <a:off x="7937302" y="4707798"/>
            <a:ext cx="3403515" cy="88898"/>
          </a:xfrm>
          <a:prstGeom xmlns:a="http://schemas.openxmlformats.org/drawingml/2006/main" prst="roundRect">
            <a:avLst>
              <a:gd name="adj" fmla="val 50000"/>
            </a:avLst>
          </a:prstGeom>
          <a:solidFill xmlns:a="http://schemas.openxmlformats.org/drawingml/2006/main">
            <a:srgbClr val="FFFFFF">
              <a:alpha val="18000"/>
            </a:srgbClr>
          </a:solidFill>
        </p:spPr>
      </p:sp>
      <p:sp>
        <p:nvSpPr>
          <p:cNvPr id="35" name="Shape 47">
            <a:extLst xmlns:a="http://schemas.openxmlformats.org/drawingml/2006/main">
              <a:ext uri="{FF2B5EF4-FFF2-40B4-BE49-F238E27FC236}">
                <a16:creationId xmlns:a16="http://schemas.microsoft.com/office/drawing/2014/main" id="{1FCC2194-51EF-487B-BF29-6274308E4071}"/>
              </a:ext>
            </a:extLst>
          </p:cNvPr>
          <p:cNvSpPr>
            <a:spLocks xmlns:a="http://schemas.openxmlformats.org/drawingml/2006/main" noGrp="1"/>
          </p:cNvSpPr>
          <p:nvPr/>
        </p:nvSpPr>
        <p:spPr>
          <a:xfrm xmlns:a="http://schemas.openxmlformats.org/drawingml/2006/main">
            <a:off x="7937302" y="4707798"/>
            <a:ext cx="2260543" cy="88898"/>
          </a:xfrm>
          <a:prstGeom xmlns:a="http://schemas.openxmlformats.org/drawingml/2006/main" prst="roundRect">
            <a:avLst>
              <a:gd name="adj" fmla="val 50000"/>
            </a:avLst>
          </a:prstGeom>
          <a:solidFill xmlns:a="http://schemas.openxmlformats.org/drawingml/2006/main">
            <a:srgbClr val="00A99D"/>
          </a:solidFill>
        </p:spPr>
      </p:sp>
      <p:pic>
        <p:nvPicPr>
          <p:cNvPr id="91" name="Picture 50"/>
          <p:cNvPicPr>
            <a:picLocks xmlns:a="http://schemas.openxmlformats.org/drawingml/2006/main" noChangeAspect="1"/>
          </p:cNvPicPr>
          <p:nvPr/>
        </p:nvPicPr>
        <p:blipFill>
          <a:blip xmlns:r="http://schemas.openxmlformats.org/officeDocument/2006/relationships" xmlns:a="http://schemas.openxmlformats.org/drawingml/2006/main" r:embed="R88405c5e0d714086">
            <a:extLst>
              <a:ext uri="{96DAC541-7B7A-43D3-8B79-37D633B846F1}">
                <asvg:svgBlip xmlns:asvg="http://schemas.microsoft.com/office/drawing/2016/SVG/main" r:embed="R5384ab69ecde4aa4"/>
              </a:ext>
            </a:extLst>
          </a:blip>
          <a:stretch xmlns:a="http://schemas.openxmlformats.org/drawingml/2006/main">
            <a:fillRect l="0" t="0" r="0" b="0"/>
          </a:stretch>
        </p:blipFill>
        <p:spPr>
          <a:xfrm xmlns:a="http://schemas.openxmlformats.org/drawingml/2006/main">
            <a:off x="7937302" y="4762467"/>
            <a:ext cx="3403515" cy="800080"/>
          </a:xfrm>
          <a:prstGeom xmlns:a="http://schemas.openxmlformats.org/drawingml/2006/main" prst="rect">
            <a:avLst/>
          </a:prstGeom>
        </p:spPr>
      </p:pic>
      <p:sp>
        <p:nvSpPr>
          <p:cNvPr id="37" name="TextBox 50">
            <a:extLst xmlns:a="http://schemas.openxmlformats.org/drawingml/2006/main">
              <a:ext uri="{FF2B5EF4-FFF2-40B4-BE49-F238E27FC236}">
                <a16:creationId xmlns:a16="http://schemas.microsoft.com/office/drawing/2014/main" id="{3E1E3289-362B-41A3-8106-49F6B2172720}"/>
              </a:ext>
            </a:extLst>
          </p:cNvPr>
          <p:cNvSpPr>
            <a:spLocks xmlns:a="http://schemas.openxmlformats.org/drawingml/2006/main" noGrp="1"/>
          </p:cNvSpPr>
          <p:nvPr/>
        </p:nvSpPr>
        <p:spPr>
          <a:xfrm xmlns:a="http://schemas.openxmlformats.org/drawingml/2006/main">
            <a:off x="7937302" y="4762467"/>
            <a:ext cx="3403515" cy="800080"/>
          </a:xfrm>
          <a:prstGeom xmlns:a="http://schemas.openxmlformats.org/drawingml/2006/main" prst="rect">
            <a:avLst/>
          </a:prstGeom>
          <a:noFill xmlns:a="http://schemas.openxmlformats.org/drawingml/2006/main"/>
        </p:spPr>
        <p:txBody>
          <a:bodyPr xmlns:a="http://schemas.openxmlformats.org/drawingml/2006/main" wrap="square" lIns="0" tIns="152396" rIns="0" bIns="0" anchor="t">
            <a:spAutoFit/>
          </a:bodyPr>
          <a:lstStyle xmlns:a="http://schemas.openxmlformats.org/drawingml/2006/main"/>
          <a:p xmlns:a="http://schemas.openxmlformats.org/drawingml/2006/main">
            <a:pPr marL="0" indent="0" algn="l">
              <a:lnSpc>
                <a:spcPts val="1890"/>
              </a:lnSpc>
              <a:buNone/>
            </a:pPr>
            <a:r>
              <a:rPr sz="1400">
                <a:solidFill>
                  <a:srgbClr val="FFFFFF"/>
                </a:solidFill>
                <a:latin typeface="Arial"/>
                <a:ea typeface="Arial"/>
                <a:cs typeface="Arial"/>
              </a:rPr>
              <a:t>335 blank descriptions → </a:t>
            </a:r>
            <a:r>
              <a:rPr sz="1400" b="1">
                <a:solidFill>
                  <a:srgbClr val="00A99D"/>
                </a:solidFill>
                <a:latin typeface="Arial"/>
                <a:ea typeface="Arial"/>
                <a:cs typeface="Arial"/>
              </a:rPr>
              <a:t>explicit abstention</a:t>
            </a:r>
            <a:endParaRPr sz="1400"/>
          </a:p>
        </p:txBody>
      </p:sp>
      <p:sp>
        <p:nvSpPr>
          <p:cNvPr id="38" name="TextBox 53">
            <a:extLst xmlns:a="http://schemas.openxmlformats.org/drawingml/2006/main">
              <a:ext uri="{FF2B5EF4-FFF2-40B4-BE49-F238E27FC236}">
                <a16:creationId xmlns:a16="http://schemas.microsoft.com/office/drawing/2014/main" id="{E9514738-1E0E-4A39-AB69-5EE0167CAB57}"/>
              </a:ext>
            </a:extLst>
          </p:cNvPr>
          <p:cNvSpPr>
            <a:spLocks xmlns:a="http://schemas.openxmlformats.org/drawingml/2006/main" noGrp="1"/>
          </p:cNvSpPr>
          <p:nvPr/>
        </p:nvSpPr>
        <p:spPr>
          <a:xfrm xmlns:a="http://schemas.openxmlformats.org/drawingml/2006/main">
            <a:off x="584185" y="6286429"/>
            <a:ext cx="8889778" cy="266693"/>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buNone/>
            </a:pPr>
            <a:r>
              <a:rPr sz="1200">
                <a:solidFill>
                  <a:srgbClr val="5E6D6C"/>
                </a:solidFill>
                <a:latin typeface="Arial"/>
                <a:ea typeface="Arial"/>
                <a:cs typeface="Arial"/>
              </a:rPr>
              <a:t>A larger model cannot manufacture technical fitment data that is not present.</a:t>
            </a:r>
            <a:endParaRPr sz="1200"/>
          </a:p>
        </p:txBody>
      </p:sp>
      <p:sp>
        <p:nvSpPr>
          <p:cNvPr id="39" name="TextBox 55">
            <a:extLst xmlns:a="http://schemas.openxmlformats.org/drawingml/2006/main">
              <a:ext uri="{FF2B5EF4-FFF2-40B4-BE49-F238E27FC236}">
                <a16:creationId xmlns:a16="http://schemas.microsoft.com/office/drawing/2014/main" id="{E9ECE3FF-E485-47B4-BCE8-CE4F5283872E}"/>
              </a:ext>
            </a:extLst>
          </p:cNvPr>
          <p:cNvSpPr>
            <a:spLocks xmlns:a="http://schemas.openxmlformats.org/drawingml/2006/main" noGrp="1"/>
          </p:cNvSpPr>
          <p:nvPr/>
        </p:nvSpPr>
        <p:spPr>
          <a:xfrm xmlns:a="http://schemas.openxmlformats.org/drawingml/2006/main">
            <a:off x="11099523" y="6324528"/>
            <a:ext cx="507987" cy="253994"/>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r">
              <a:buNone/>
            </a:pPr>
            <a:r>
              <a:rPr sz="1200">
                <a:solidFill>
                  <a:srgbClr val="00A99D"/>
                </a:solidFill>
                <a:latin typeface="Arial"/>
                <a:ea typeface="Arial"/>
                <a:cs typeface="Arial"/>
              </a:rPr>
              <a:t>12</a:t>
            </a:r>
            <a:endParaRPr sz="1200"/>
          </a:p>
        </p:txBody>
      </p:sp>
    </p:spTree>
    <p:extLst>
      <p:ext uri="{BB962C8B-B14F-4D97-AF65-F5344CB8AC3E}">
        <p14:creationId xmlns:p14="http://schemas.microsoft.com/office/powerpoint/2010/main" val="533182463"/>
      </p:ext>
    </p:extLst>
  </p:cSld>
</p:sld>
</file>

<file path=ppt/slides/slide13.xml><?xml version="1.0" encoding="utf-8"?>
<p:sld xmlns:p="http://schemas.openxmlformats.org/presentationml/2006/main">
  <p:cSld>
    <p:spTree>
      <p:nvGrpSpPr>
        <p:cNvPr id="1" name=""/>
        <p:cNvGrpSpPr/>
        <p:nvPr/>
      </p:nvGrpSpPr>
      <p:grpSpPr>
        <a:xfrm xmlns:a="http://schemas.openxmlformats.org/drawingml/2006/main"/>
      </p:grpSpPr>
      <p:sp>
        <p:nvSpPr>
          <p:cNvPr id="2" name="Shape 1">
            <a:extLst xmlns:a="http://schemas.openxmlformats.org/drawingml/2006/main">
              <a:ext uri="{FF2B5EF4-FFF2-40B4-BE49-F238E27FC236}">
                <a16:creationId xmlns:a16="http://schemas.microsoft.com/office/drawing/2014/main" id="{75787F45-F935-4B48-8473-093F41013D96}"/>
              </a:ext>
            </a:extLst>
          </p:cNvPr>
          <p:cNvSpPr>
            <a:spLocks xmlns:a="http://schemas.openxmlformats.org/drawingml/2006/main" noGrp="1"/>
          </p:cNvSpPr>
          <p:nvPr/>
        </p:nvSpPr>
        <p:spPr>
          <a:xfrm xmlns:a="http://schemas.openxmlformats.org/drawingml/2006/main">
            <a:off x="0" y="86"/>
            <a:ext cx="12191695" cy="6857829"/>
          </a:xfrm>
          <a:prstGeom xmlns:a="http://schemas.openxmlformats.org/drawingml/2006/main" prst="rect">
            <a:avLst/>
          </a:prstGeom>
          <a:solidFill xmlns:a="http://schemas.openxmlformats.org/drawingml/2006/main">
            <a:srgbClr val="F4F1EA"/>
          </a:solidFill>
        </p:spPr>
      </p:sp>
      <p:sp>
        <p:nvSpPr>
          <p:cNvPr id="3" name="TextBox 3">
            <a:extLst xmlns:a="http://schemas.openxmlformats.org/drawingml/2006/main">
              <a:ext uri="{FF2B5EF4-FFF2-40B4-BE49-F238E27FC236}">
                <a16:creationId xmlns:a16="http://schemas.microsoft.com/office/drawing/2014/main" id="{4B7D4C73-046C-48CC-B070-57677BE148AF}"/>
              </a:ext>
            </a:extLst>
          </p:cNvPr>
          <p:cNvSpPr>
            <a:spLocks xmlns:a="http://schemas.openxmlformats.org/drawingml/2006/main" noGrp="1"/>
          </p:cNvSpPr>
          <p:nvPr/>
        </p:nvSpPr>
        <p:spPr>
          <a:xfrm xmlns:a="http://schemas.openxmlformats.org/drawingml/2006/main">
            <a:off x="584185" y="457274"/>
            <a:ext cx="2984425" cy="215895"/>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buNone/>
            </a:pPr>
            <a:r>
              <a:rPr sz="1000" b="1" spc="200">
                <a:solidFill>
                  <a:srgbClr val="00A99D"/>
                </a:solidFill>
                <a:latin typeface="Arial"/>
                <a:ea typeface="Arial"/>
                <a:cs typeface="Arial"/>
              </a:rPr>
              <a:t>TASK 06 · CATEGORY CONSOLIDATION</a:t>
            </a:r>
            <a:endParaRPr sz="1000"/>
          </a:p>
        </p:txBody>
      </p:sp>
      <p:sp>
        <p:nvSpPr>
          <p:cNvPr id="4" name="TextBox 5">
            <a:extLst xmlns:a="http://schemas.openxmlformats.org/drawingml/2006/main">
              <a:ext uri="{FF2B5EF4-FFF2-40B4-BE49-F238E27FC236}">
                <a16:creationId xmlns:a16="http://schemas.microsoft.com/office/drawing/2014/main" id="{3922787E-F17B-4644-A474-6B34AE80DC69}"/>
              </a:ext>
            </a:extLst>
          </p:cNvPr>
          <p:cNvSpPr>
            <a:spLocks xmlns:a="http://schemas.openxmlformats.org/drawingml/2006/main" noGrp="1"/>
          </p:cNvSpPr>
          <p:nvPr/>
        </p:nvSpPr>
        <p:spPr>
          <a:xfrm xmlns:a="http://schemas.openxmlformats.org/drawingml/2006/main">
            <a:off x="584185" y="812865"/>
            <a:ext cx="9842254" cy="698483"/>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lnSpc>
                <a:spcPts val="3564"/>
              </a:lnSpc>
              <a:buNone/>
            </a:pPr>
            <a:r>
              <a:rPr sz="3300" spc="-150">
                <a:solidFill>
                  <a:srgbClr val="162A2D"/>
                </a:solidFill>
                <a:latin typeface="Arial"/>
                <a:ea typeface="Arial"/>
                <a:cs typeface="Arial"/>
              </a:rPr>
              <a:t>Learn on train. Freeze for inference.</a:t>
            </a:r>
            <a:endParaRPr sz="3300"/>
          </a:p>
        </p:txBody>
      </p:sp>
      <p:sp>
        <p:nvSpPr>
          <p:cNvPr id="5" name="Shape 7">
            <a:extLst xmlns:a="http://schemas.openxmlformats.org/drawingml/2006/main">
              <a:ext uri="{FF2B5EF4-FFF2-40B4-BE49-F238E27FC236}">
                <a16:creationId xmlns:a16="http://schemas.microsoft.com/office/drawing/2014/main" id="{239585C2-A441-4A1B-B0A8-9C233857474F}"/>
              </a:ext>
            </a:extLst>
          </p:cNvPr>
          <p:cNvSpPr>
            <a:spLocks xmlns:a="http://schemas.openxmlformats.org/drawingml/2006/main" noGrp="1"/>
          </p:cNvSpPr>
          <p:nvPr/>
        </p:nvSpPr>
        <p:spPr>
          <a:xfrm xmlns:a="http://schemas.openxmlformats.org/drawingml/2006/main">
            <a:off x="584185" y="2032035"/>
            <a:ext cx="4635384" cy="3873403"/>
          </a:xfrm>
          <a:prstGeom xmlns:a="http://schemas.openxmlformats.org/drawingml/2006/main" prst="roundRect">
            <a:avLst>
              <a:gd name="adj" fmla="val 6885"/>
            </a:avLst>
          </a:prstGeom>
          <a:solidFill xmlns:a="http://schemas.openxmlformats.org/drawingml/2006/main">
            <a:srgbClr val="FFFFFF"/>
          </a:solidFill>
          <a:ln xmlns:a="http://schemas.openxmlformats.org/drawingml/2006/main" w="6350">
            <a:solidFill>
              <a:srgbClr val="C8D3D1"/>
            </a:solidFill>
            <a:prstDash val="solid"/>
          </a:ln>
        </p:spPr>
      </p:sp>
      <p:sp>
        <p:nvSpPr>
          <p:cNvPr id="6" name="TextBox 9">
            <a:extLst xmlns:a="http://schemas.openxmlformats.org/drawingml/2006/main">
              <a:ext uri="{FF2B5EF4-FFF2-40B4-BE49-F238E27FC236}">
                <a16:creationId xmlns:a16="http://schemas.microsoft.com/office/drawing/2014/main" id="{604AD0B4-A318-40E3-86F9-3C86095FF559}"/>
              </a:ext>
            </a:extLst>
          </p:cNvPr>
          <p:cNvSpPr>
            <a:spLocks xmlns:a="http://schemas.openxmlformats.org/drawingml/2006/main" noGrp="1"/>
          </p:cNvSpPr>
          <p:nvPr/>
        </p:nvSpPr>
        <p:spPr>
          <a:xfrm xmlns:a="http://schemas.openxmlformats.org/drawingml/2006/main">
            <a:off x="857229" y="2305078"/>
            <a:ext cx="4089298" cy="152396"/>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buNone/>
            </a:pPr>
            <a:r>
              <a:rPr sz="1050" b="1" spc="150">
                <a:solidFill>
                  <a:srgbClr val="00A99D"/>
                </a:solidFill>
                <a:latin typeface="Arial"/>
                <a:ea typeface="Arial"/>
                <a:cs typeface="Arial"/>
              </a:rPr>
              <a:t>FIT · OBSERVED LONG TAIL</a:t>
            </a:r>
            <a:endParaRPr sz="1050"/>
          </a:p>
        </p:txBody>
      </p:sp>
      <p:sp>
        <p:nvSpPr>
          <p:cNvPr id="7" name="Shape 11">
            <a:extLst xmlns:a="http://schemas.openxmlformats.org/drawingml/2006/main">
              <a:ext uri="{FF2B5EF4-FFF2-40B4-BE49-F238E27FC236}">
                <a16:creationId xmlns:a16="http://schemas.microsoft.com/office/drawing/2014/main" id="{7BF5720E-E7E3-4143-B1E1-A851096638A2}"/>
              </a:ext>
            </a:extLst>
          </p:cNvPr>
          <p:cNvSpPr>
            <a:spLocks xmlns:a="http://schemas.openxmlformats.org/drawingml/2006/main" noGrp="1"/>
          </p:cNvSpPr>
          <p:nvPr/>
        </p:nvSpPr>
        <p:spPr>
          <a:xfrm xmlns:a="http://schemas.openxmlformats.org/drawingml/2006/main">
            <a:off x="996925" y="2901963"/>
            <a:ext cx="3809905" cy="2285943"/>
          </a:xfrm>
          <a:prstGeom xmlns:a="http://schemas.openxmlformats.org/drawingml/2006/main" prst="rect">
            <a:avLst/>
          </a:prstGeom>
          <a:noFill xmlns:a="http://schemas.openxmlformats.org/drawingml/2006/main"/>
        </p:spPr>
      </p:sp>
      <p:pic>
        <p:nvPicPr>
          <p:cNvPr id="73" name="Picture 11"/>
          <p:cNvPicPr>
            <a:picLocks xmlns:a="http://schemas.openxmlformats.org/drawingml/2006/main" noChangeAspect="1"/>
          </p:cNvPicPr>
          <p:nvPr/>
        </p:nvPicPr>
        <p:blipFill>
          <a:blip xmlns:r="http://schemas.openxmlformats.org/officeDocument/2006/relationships" xmlns:a="http://schemas.openxmlformats.org/drawingml/2006/main" r:embed="Ra9f5b87651844d9e">
            <a:extLst>
              <a:ext uri="{96DAC541-7B7A-43D3-8B79-37D633B846F1}">
                <asvg:svgBlip xmlns:asvg="http://schemas.microsoft.com/office/drawing/2016/SVG/main" r:embed="R825de3799b1142c9"/>
              </a:ext>
            </a:extLst>
          </a:blip>
          <a:stretch xmlns:a="http://schemas.openxmlformats.org/drawingml/2006/main">
            <a:fillRect l="0" t="0" r="0" b="0"/>
          </a:stretch>
        </p:blipFill>
        <p:spPr>
          <a:xfrm xmlns:a="http://schemas.openxmlformats.org/drawingml/2006/main">
            <a:off x="996925" y="2901963"/>
            <a:ext cx="3809905" cy="2285943"/>
          </a:xfrm>
          <a:prstGeom xmlns:a="http://schemas.openxmlformats.org/drawingml/2006/main" prst="rect">
            <a:avLst/>
          </a:prstGeom>
        </p:spPr>
      </p:pic>
      <p:pic>
        <p:nvPicPr>
          <p:cNvPr id="74" name="Picture 13"/>
          <p:cNvPicPr>
            <a:picLocks xmlns:a="http://schemas.openxmlformats.org/drawingml/2006/main" noChangeAspect="1"/>
          </p:cNvPicPr>
          <p:nvPr/>
        </p:nvPicPr>
        <p:blipFill>
          <a:blip xmlns:r="http://schemas.openxmlformats.org/officeDocument/2006/relationships" xmlns:a="http://schemas.openxmlformats.org/drawingml/2006/main" r:embed="R83d0dfb472c843ce">
            <a:extLst>
              <a:ext uri="{96DAC541-7B7A-43D3-8B79-37D633B846F1}">
                <asvg:svgBlip xmlns:asvg="http://schemas.microsoft.com/office/drawing/2016/SVG/main" r:embed="R21de9328ab304fcf"/>
              </a:ext>
            </a:extLst>
          </a:blip>
          <a:stretch xmlns:a="http://schemas.openxmlformats.org/drawingml/2006/main">
            <a:fillRect l="0" t="0" r="0" b="0"/>
          </a:stretch>
        </p:blipFill>
        <p:spPr>
          <a:xfrm xmlns:a="http://schemas.openxmlformats.org/drawingml/2006/main">
            <a:off x="1263618" y="3175006"/>
            <a:ext cx="431789" cy="2000200"/>
          </a:xfrm>
          <a:prstGeom xmlns:a="http://schemas.openxmlformats.org/drawingml/2006/main" prst="rect">
            <a:avLst/>
          </a:prstGeom>
        </p:spPr>
      </p:pic>
      <p:pic>
        <p:nvPicPr>
          <p:cNvPr id="75" name="Picture 13"/>
          <p:cNvPicPr>
            <a:picLocks xmlns:a="http://schemas.openxmlformats.org/drawingml/2006/main" noChangeAspect="1"/>
          </p:cNvPicPr>
          <p:nvPr/>
        </p:nvPicPr>
        <p:blipFill>
          <a:blip xmlns:r="http://schemas.openxmlformats.org/officeDocument/2006/relationships" xmlns:a="http://schemas.openxmlformats.org/drawingml/2006/main" r:embed="R35d2fab0d0744e62">
            <a:extLst>
              <a:ext uri="{96DAC541-7B7A-43D3-8B79-37D633B846F1}">
                <asvg:svgBlip xmlns:asvg="http://schemas.microsoft.com/office/drawing/2016/SVG/main" r:embed="R59a9c0617c3f47d2"/>
              </a:ext>
            </a:extLst>
          </a:blip>
          <a:stretch xmlns:a="http://schemas.openxmlformats.org/drawingml/2006/main">
            <a:fillRect l="0" t="0" r="0" b="0"/>
          </a:stretch>
        </p:blipFill>
        <p:spPr>
          <a:xfrm xmlns:a="http://schemas.openxmlformats.org/drawingml/2006/main">
            <a:off x="1263618" y="3175006"/>
            <a:ext cx="431789" cy="2000200"/>
          </a:xfrm>
          <a:prstGeom xmlns:a="http://schemas.openxmlformats.org/drawingml/2006/main" prst="rect">
            <a:avLst/>
          </a:prstGeom>
        </p:spPr>
      </p:pic>
      <p:pic>
        <p:nvPicPr>
          <p:cNvPr id="76" name="Picture 13"/>
          <p:cNvPicPr>
            <a:picLocks xmlns:a="http://schemas.openxmlformats.org/drawingml/2006/main" noChangeAspect="1"/>
          </p:cNvPicPr>
          <p:nvPr/>
        </p:nvPicPr>
        <p:blipFill>
          <a:blip xmlns:r="http://schemas.openxmlformats.org/officeDocument/2006/relationships" xmlns:a="http://schemas.openxmlformats.org/drawingml/2006/main" r:embed="R4543ed8f06aa4760"/>
          <a:stretch xmlns:a="http://schemas.openxmlformats.org/drawingml/2006/main">
            <a:fillRect l="0" t="0" r="0" b="0"/>
          </a:stretch>
        </p:blipFill>
        <p:spPr>
          <a:xfrm xmlns:a="http://schemas.openxmlformats.org/drawingml/2006/main">
            <a:off x="1263618" y="3175006"/>
            <a:ext cx="431789" cy="2000200"/>
          </a:xfrm>
          <a:prstGeom xmlns:a="http://schemas.openxmlformats.org/drawingml/2006/main" prst="rect">
            <a:avLst/>
          </a:prstGeom>
        </p:spPr>
      </p:pic>
      <p:pic>
        <p:nvPicPr>
          <p:cNvPr id="77" name="Picture 15"/>
          <p:cNvPicPr>
            <a:picLocks xmlns:a="http://schemas.openxmlformats.org/drawingml/2006/main" noChangeAspect="1"/>
          </p:cNvPicPr>
          <p:nvPr/>
        </p:nvPicPr>
        <p:blipFill>
          <a:blip xmlns:r="http://schemas.openxmlformats.org/officeDocument/2006/relationships" xmlns:a="http://schemas.openxmlformats.org/drawingml/2006/main" r:embed="R84b13dcc068b45b7">
            <a:extLst>
              <a:ext uri="{96DAC541-7B7A-43D3-8B79-37D633B846F1}">
                <asvg:svgBlip xmlns:asvg="http://schemas.microsoft.com/office/drawing/2016/SVG/main" r:embed="R5035eaaf233e4e09"/>
              </a:ext>
            </a:extLst>
          </a:blip>
          <a:stretch xmlns:a="http://schemas.openxmlformats.org/drawingml/2006/main">
            <a:fillRect l="0" t="0" r="0" b="0"/>
          </a:stretch>
        </p:blipFill>
        <p:spPr>
          <a:xfrm xmlns:a="http://schemas.openxmlformats.org/drawingml/2006/main">
            <a:off x="1803355" y="3651244"/>
            <a:ext cx="431789" cy="1523962"/>
          </a:xfrm>
          <a:prstGeom xmlns:a="http://schemas.openxmlformats.org/drawingml/2006/main" prst="rect">
            <a:avLst/>
          </a:prstGeom>
        </p:spPr>
      </p:pic>
      <p:pic>
        <p:nvPicPr>
          <p:cNvPr id="78" name="Picture 15"/>
          <p:cNvPicPr>
            <a:picLocks xmlns:a="http://schemas.openxmlformats.org/drawingml/2006/main" noChangeAspect="1"/>
          </p:cNvPicPr>
          <p:nvPr/>
        </p:nvPicPr>
        <p:blipFill>
          <a:blip xmlns:r="http://schemas.openxmlformats.org/officeDocument/2006/relationships" xmlns:a="http://schemas.openxmlformats.org/drawingml/2006/main" r:embed="R4543ed8f06aa4760">
            <a:extLst>
              <a:ext uri="{96DAC541-7B7A-43D3-8B79-37D633B846F1}">
                <asvg:svgBlip xmlns:asvg="http://schemas.microsoft.com/office/drawing/2016/SVG/main" r:embed="Ra69f67493a9c42a2"/>
              </a:ext>
            </a:extLst>
          </a:blip>
          <a:stretch xmlns:a="http://schemas.openxmlformats.org/drawingml/2006/main">
            <a:fillRect l="0" t="0" r="0" b="0"/>
          </a:stretch>
        </p:blipFill>
        <p:spPr>
          <a:xfrm xmlns:a="http://schemas.openxmlformats.org/drawingml/2006/main">
            <a:off x="1803355" y="3651244"/>
            <a:ext cx="431789" cy="1523962"/>
          </a:xfrm>
          <a:prstGeom xmlns:a="http://schemas.openxmlformats.org/drawingml/2006/main" prst="rect">
            <a:avLst/>
          </a:prstGeom>
        </p:spPr>
      </p:pic>
      <p:pic>
        <p:nvPicPr>
          <p:cNvPr id="79" name="Picture 15"/>
          <p:cNvPicPr>
            <a:picLocks xmlns:a="http://schemas.openxmlformats.org/drawingml/2006/main" noChangeAspect="1"/>
          </p:cNvPicPr>
          <p:nvPr/>
        </p:nvPicPr>
        <p:blipFill>
          <a:blip xmlns:r="http://schemas.openxmlformats.org/officeDocument/2006/relationships" xmlns:a="http://schemas.openxmlformats.org/drawingml/2006/main" r:embed="Rf6529a75db544e3d"/>
          <a:stretch xmlns:a="http://schemas.openxmlformats.org/drawingml/2006/main">
            <a:fillRect l="0" t="0" r="0" b="0"/>
          </a:stretch>
        </p:blipFill>
        <p:spPr>
          <a:xfrm xmlns:a="http://schemas.openxmlformats.org/drawingml/2006/main">
            <a:off x="1803355" y="3651244"/>
            <a:ext cx="431789" cy="1523962"/>
          </a:xfrm>
          <a:prstGeom xmlns:a="http://schemas.openxmlformats.org/drawingml/2006/main" prst="rect">
            <a:avLst/>
          </a:prstGeom>
        </p:spPr>
      </p:pic>
      <p:pic>
        <p:nvPicPr>
          <p:cNvPr id="80" name="Picture 17"/>
          <p:cNvPicPr>
            <a:picLocks xmlns:a="http://schemas.openxmlformats.org/drawingml/2006/main" noChangeAspect="1"/>
          </p:cNvPicPr>
          <p:nvPr/>
        </p:nvPicPr>
        <p:blipFill>
          <a:blip xmlns:r="http://schemas.openxmlformats.org/officeDocument/2006/relationships" xmlns:a="http://schemas.openxmlformats.org/drawingml/2006/main" r:embed="R5c5ed75ebc434100">
            <a:extLst>
              <a:ext uri="{96DAC541-7B7A-43D3-8B79-37D633B846F1}">
                <asvg:svgBlip xmlns:asvg="http://schemas.microsoft.com/office/drawing/2016/SVG/main" r:embed="R4619d21115c34bc1"/>
              </a:ext>
            </a:extLst>
          </a:blip>
          <a:stretch xmlns:a="http://schemas.openxmlformats.org/drawingml/2006/main">
            <a:fillRect l="0" t="0" r="0" b="0"/>
          </a:stretch>
        </p:blipFill>
        <p:spPr>
          <a:xfrm xmlns:a="http://schemas.openxmlformats.org/drawingml/2006/main">
            <a:off x="2343091" y="4190981"/>
            <a:ext cx="431789" cy="984225"/>
          </a:xfrm>
          <a:prstGeom xmlns:a="http://schemas.openxmlformats.org/drawingml/2006/main" prst="rect">
            <a:avLst/>
          </a:prstGeom>
        </p:spPr>
      </p:pic>
      <p:pic>
        <p:nvPicPr>
          <p:cNvPr id="81" name="Picture 17"/>
          <p:cNvPicPr>
            <a:picLocks xmlns:a="http://schemas.openxmlformats.org/drawingml/2006/main" noChangeAspect="1"/>
          </p:cNvPicPr>
          <p:nvPr/>
        </p:nvPicPr>
        <p:blipFill>
          <a:blip xmlns:r="http://schemas.openxmlformats.org/officeDocument/2006/relationships" xmlns:a="http://schemas.openxmlformats.org/drawingml/2006/main" r:embed="Rf6529a75db544e3d">
            <a:extLst>
              <a:ext uri="{96DAC541-7B7A-43D3-8B79-37D633B846F1}">
                <asvg:svgBlip xmlns:asvg="http://schemas.microsoft.com/office/drawing/2016/SVG/main" r:embed="R179c9b377f394b37"/>
              </a:ext>
            </a:extLst>
          </a:blip>
          <a:stretch xmlns:a="http://schemas.openxmlformats.org/drawingml/2006/main">
            <a:fillRect l="0" t="0" r="0" b="0"/>
          </a:stretch>
        </p:blipFill>
        <p:spPr>
          <a:xfrm xmlns:a="http://schemas.openxmlformats.org/drawingml/2006/main">
            <a:off x="2343091" y="4190981"/>
            <a:ext cx="431789" cy="984225"/>
          </a:xfrm>
          <a:prstGeom xmlns:a="http://schemas.openxmlformats.org/drawingml/2006/main" prst="rect">
            <a:avLst/>
          </a:prstGeom>
        </p:spPr>
      </p:pic>
      <p:pic>
        <p:nvPicPr>
          <p:cNvPr id="82" name="Picture 17"/>
          <p:cNvPicPr>
            <a:picLocks xmlns:a="http://schemas.openxmlformats.org/drawingml/2006/main" noChangeAspect="1"/>
          </p:cNvPicPr>
          <p:nvPr/>
        </p:nvPicPr>
        <p:blipFill>
          <a:blip xmlns:r="http://schemas.openxmlformats.org/officeDocument/2006/relationships" xmlns:a="http://schemas.openxmlformats.org/drawingml/2006/main" r:embed="Rc80d257a5c194425"/>
          <a:stretch xmlns:a="http://schemas.openxmlformats.org/drawingml/2006/main">
            <a:fillRect l="0" t="0" r="0" b="0"/>
          </a:stretch>
        </p:blipFill>
        <p:spPr>
          <a:xfrm xmlns:a="http://schemas.openxmlformats.org/drawingml/2006/main">
            <a:off x="2343091" y="4190981"/>
            <a:ext cx="431789" cy="984225"/>
          </a:xfrm>
          <a:prstGeom xmlns:a="http://schemas.openxmlformats.org/drawingml/2006/main" prst="rect">
            <a:avLst/>
          </a:prstGeom>
        </p:spPr>
      </p:pic>
      <p:pic>
        <p:nvPicPr>
          <p:cNvPr id="83" name="Picture 19"/>
          <p:cNvPicPr>
            <a:picLocks xmlns:a="http://schemas.openxmlformats.org/drawingml/2006/main" noChangeAspect="1"/>
          </p:cNvPicPr>
          <p:nvPr/>
        </p:nvPicPr>
        <p:blipFill>
          <a:blip xmlns:r="http://schemas.openxmlformats.org/officeDocument/2006/relationships" xmlns:a="http://schemas.openxmlformats.org/drawingml/2006/main" r:embed="R4bb295fd4fc64c51">
            <a:extLst>
              <a:ext uri="{96DAC541-7B7A-43D3-8B79-37D633B846F1}">
                <asvg:svgBlip xmlns:asvg="http://schemas.microsoft.com/office/drawing/2016/SVG/main" r:embed="R5a90792f912a412f"/>
              </a:ext>
            </a:extLst>
          </a:blip>
          <a:stretch xmlns:a="http://schemas.openxmlformats.org/drawingml/2006/main">
            <a:fillRect l="0" t="0" r="0" b="0"/>
          </a:stretch>
        </p:blipFill>
        <p:spPr>
          <a:xfrm xmlns:a="http://schemas.openxmlformats.org/drawingml/2006/main">
            <a:off x="2882828" y="4591021"/>
            <a:ext cx="431789" cy="584185"/>
          </a:xfrm>
          <a:prstGeom xmlns:a="http://schemas.openxmlformats.org/drawingml/2006/main" prst="rect">
            <a:avLst/>
          </a:prstGeom>
        </p:spPr>
      </p:pic>
      <p:pic>
        <p:nvPicPr>
          <p:cNvPr id="84" name="Picture 19"/>
          <p:cNvPicPr>
            <a:picLocks xmlns:a="http://schemas.openxmlformats.org/drawingml/2006/main" noChangeAspect="1"/>
          </p:cNvPicPr>
          <p:nvPr/>
        </p:nvPicPr>
        <p:blipFill>
          <a:blip xmlns:r="http://schemas.openxmlformats.org/officeDocument/2006/relationships" xmlns:a="http://schemas.openxmlformats.org/drawingml/2006/main" r:embed="R84ab038c92274bf1">
            <a:extLst>
              <a:ext uri="{96DAC541-7B7A-43D3-8B79-37D633B846F1}">
                <asvg:svgBlip xmlns:asvg="http://schemas.microsoft.com/office/drawing/2016/SVG/main" r:embed="Rc2da7c030ea7487f"/>
              </a:ext>
            </a:extLst>
          </a:blip>
          <a:stretch xmlns:a="http://schemas.openxmlformats.org/drawingml/2006/main">
            <a:fillRect l="0" t="0" r="0" b="0"/>
          </a:stretch>
        </p:blipFill>
        <p:spPr>
          <a:xfrm xmlns:a="http://schemas.openxmlformats.org/drawingml/2006/main">
            <a:off x="2882828" y="4591021"/>
            <a:ext cx="431789" cy="584185"/>
          </a:xfrm>
          <a:prstGeom xmlns:a="http://schemas.openxmlformats.org/drawingml/2006/main" prst="rect">
            <a:avLst/>
          </a:prstGeom>
        </p:spPr>
      </p:pic>
      <p:pic>
        <p:nvPicPr>
          <p:cNvPr id="85" name="Picture 19"/>
          <p:cNvPicPr>
            <a:picLocks xmlns:a="http://schemas.openxmlformats.org/drawingml/2006/main" noChangeAspect="1"/>
          </p:cNvPicPr>
          <p:nvPr/>
        </p:nvPicPr>
        <p:blipFill>
          <a:blip xmlns:r="http://schemas.openxmlformats.org/officeDocument/2006/relationships" xmlns:a="http://schemas.openxmlformats.org/drawingml/2006/main" r:embed="Rc31fe3a84a394159"/>
          <a:stretch xmlns:a="http://schemas.openxmlformats.org/drawingml/2006/main">
            <a:fillRect l="0" t="0" r="0" b="0"/>
          </a:stretch>
        </p:blipFill>
        <p:spPr>
          <a:xfrm xmlns:a="http://schemas.openxmlformats.org/drawingml/2006/main">
            <a:off x="2882828" y="4591021"/>
            <a:ext cx="431789" cy="584185"/>
          </a:xfrm>
          <a:prstGeom xmlns:a="http://schemas.openxmlformats.org/drawingml/2006/main" prst="rect">
            <a:avLst/>
          </a:prstGeom>
        </p:spPr>
      </p:pic>
      <p:pic>
        <p:nvPicPr>
          <p:cNvPr id="86" name="Picture 21"/>
          <p:cNvPicPr>
            <a:picLocks xmlns:a="http://schemas.openxmlformats.org/drawingml/2006/main" noChangeAspect="1"/>
          </p:cNvPicPr>
          <p:nvPr/>
        </p:nvPicPr>
        <p:blipFill>
          <a:blip xmlns:r="http://schemas.openxmlformats.org/officeDocument/2006/relationships" xmlns:a="http://schemas.openxmlformats.org/drawingml/2006/main" r:embed="Rc80d257a5c194425">
            <a:extLst>
              <a:ext uri="{96DAC541-7B7A-43D3-8B79-37D633B846F1}">
                <asvg:svgBlip xmlns:asvg="http://schemas.microsoft.com/office/drawing/2016/SVG/main" r:embed="R008f62c817fa42d5"/>
              </a:ext>
            </a:extLst>
          </a:blip>
          <a:stretch xmlns:a="http://schemas.openxmlformats.org/drawingml/2006/main">
            <a:fillRect l="0" t="0" r="0" b="0"/>
          </a:stretch>
        </p:blipFill>
        <p:spPr>
          <a:xfrm xmlns:a="http://schemas.openxmlformats.org/drawingml/2006/main">
            <a:off x="3422564" y="4832315"/>
            <a:ext cx="431789" cy="342891"/>
          </a:xfrm>
          <a:prstGeom xmlns:a="http://schemas.openxmlformats.org/drawingml/2006/main" prst="rect">
            <a:avLst/>
          </a:prstGeom>
        </p:spPr>
      </p:pic>
      <p:pic>
        <p:nvPicPr>
          <p:cNvPr id="87" name="Picture 21"/>
          <p:cNvPicPr>
            <a:picLocks xmlns:a="http://schemas.openxmlformats.org/drawingml/2006/main" noChangeAspect="1"/>
          </p:cNvPicPr>
          <p:nvPr/>
        </p:nvPicPr>
        <p:blipFill>
          <a:blip xmlns:r="http://schemas.openxmlformats.org/officeDocument/2006/relationships" xmlns:a="http://schemas.openxmlformats.org/drawingml/2006/main" r:embed="Rc24f8a7c2e7f4ebb">
            <a:extLst>
              <a:ext uri="{96DAC541-7B7A-43D3-8B79-37D633B846F1}">
                <asvg:svgBlip xmlns:asvg="http://schemas.microsoft.com/office/drawing/2016/SVG/main" r:embed="R45ef126349e24ddc"/>
              </a:ext>
            </a:extLst>
          </a:blip>
          <a:stretch xmlns:a="http://schemas.openxmlformats.org/drawingml/2006/main">
            <a:fillRect l="0" t="0" r="0" b="0"/>
          </a:stretch>
        </p:blipFill>
        <p:spPr>
          <a:xfrm xmlns:a="http://schemas.openxmlformats.org/drawingml/2006/main">
            <a:off x="3422564" y="4832315"/>
            <a:ext cx="431789" cy="342891"/>
          </a:xfrm>
          <a:prstGeom xmlns:a="http://schemas.openxmlformats.org/drawingml/2006/main" prst="rect">
            <a:avLst/>
          </a:prstGeom>
        </p:spPr>
      </p:pic>
      <p:pic>
        <p:nvPicPr>
          <p:cNvPr id="88" name="Picture 21"/>
          <p:cNvPicPr>
            <a:picLocks xmlns:a="http://schemas.openxmlformats.org/drawingml/2006/main" noChangeAspect="1"/>
          </p:cNvPicPr>
          <p:nvPr/>
        </p:nvPicPr>
        <p:blipFill>
          <a:blip xmlns:r="http://schemas.openxmlformats.org/officeDocument/2006/relationships" xmlns:a="http://schemas.openxmlformats.org/drawingml/2006/main" r:embed="R2974fd890dc145cd"/>
          <a:stretch xmlns:a="http://schemas.openxmlformats.org/drawingml/2006/main">
            <a:fillRect l="0" t="0" r="0" b="0"/>
          </a:stretch>
        </p:blipFill>
        <p:spPr>
          <a:xfrm xmlns:a="http://schemas.openxmlformats.org/drawingml/2006/main">
            <a:off x="3422564" y="4832315"/>
            <a:ext cx="431789" cy="342891"/>
          </a:xfrm>
          <a:prstGeom xmlns:a="http://schemas.openxmlformats.org/drawingml/2006/main" prst="rect">
            <a:avLst/>
          </a:prstGeom>
        </p:spPr>
      </p:pic>
      <p:pic>
        <p:nvPicPr>
          <p:cNvPr id="89" name="Picture 23"/>
          <p:cNvPicPr>
            <a:picLocks xmlns:a="http://schemas.openxmlformats.org/drawingml/2006/main" noChangeAspect="1"/>
          </p:cNvPicPr>
          <p:nvPr/>
        </p:nvPicPr>
        <p:blipFill>
          <a:blip xmlns:r="http://schemas.openxmlformats.org/officeDocument/2006/relationships" xmlns:a="http://schemas.openxmlformats.org/drawingml/2006/main" r:embed="Rc31fe3a84a394159">
            <a:extLst>
              <a:ext uri="{96DAC541-7B7A-43D3-8B79-37D633B846F1}">
                <asvg:svgBlip xmlns:asvg="http://schemas.microsoft.com/office/drawing/2016/SVG/main" r:embed="R02d747742ec349ad"/>
              </a:ext>
            </a:extLst>
          </a:blip>
          <a:stretch xmlns:a="http://schemas.openxmlformats.org/drawingml/2006/main">
            <a:fillRect l="0" t="0" r="0" b="0"/>
          </a:stretch>
        </p:blipFill>
        <p:spPr>
          <a:xfrm xmlns:a="http://schemas.openxmlformats.org/drawingml/2006/main">
            <a:off x="3962301" y="4984711"/>
            <a:ext cx="431789" cy="190495"/>
          </a:xfrm>
          <a:prstGeom xmlns:a="http://schemas.openxmlformats.org/drawingml/2006/main" prst="rect">
            <a:avLst/>
          </a:prstGeom>
        </p:spPr>
      </p:pic>
      <p:pic>
        <p:nvPicPr>
          <p:cNvPr id="90" name="Picture 23"/>
          <p:cNvPicPr>
            <a:picLocks xmlns:a="http://schemas.openxmlformats.org/drawingml/2006/main" noChangeAspect="1"/>
          </p:cNvPicPr>
          <p:nvPr/>
        </p:nvPicPr>
        <p:blipFill>
          <a:blip xmlns:r="http://schemas.openxmlformats.org/officeDocument/2006/relationships" xmlns:a="http://schemas.openxmlformats.org/drawingml/2006/main" r:embed="R8dba393d99524276">
            <a:extLst>
              <a:ext uri="{96DAC541-7B7A-43D3-8B79-37D633B846F1}">
                <asvg:svgBlip xmlns:asvg="http://schemas.microsoft.com/office/drawing/2016/SVG/main" r:embed="R4f41e3a6caa1442a"/>
              </a:ext>
            </a:extLst>
          </a:blip>
          <a:stretch xmlns:a="http://schemas.openxmlformats.org/drawingml/2006/main">
            <a:fillRect l="0" t="0" r="0" b="0"/>
          </a:stretch>
        </p:blipFill>
        <p:spPr>
          <a:xfrm xmlns:a="http://schemas.openxmlformats.org/drawingml/2006/main">
            <a:off x="3962301" y="4984711"/>
            <a:ext cx="431789" cy="190495"/>
          </a:xfrm>
          <a:prstGeom xmlns:a="http://schemas.openxmlformats.org/drawingml/2006/main" prst="rect">
            <a:avLst/>
          </a:prstGeom>
        </p:spPr>
      </p:pic>
      <p:pic>
        <p:nvPicPr>
          <p:cNvPr id="91" name="Picture 23"/>
          <p:cNvPicPr>
            <a:picLocks xmlns:a="http://schemas.openxmlformats.org/drawingml/2006/main" noChangeAspect="1"/>
          </p:cNvPicPr>
          <p:nvPr/>
        </p:nvPicPr>
        <p:blipFill>
          <a:blip xmlns:r="http://schemas.openxmlformats.org/officeDocument/2006/relationships" xmlns:a="http://schemas.openxmlformats.org/drawingml/2006/main" r:embed="Rcba23fe5173b4d87"/>
          <a:stretch xmlns:a="http://schemas.openxmlformats.org/drawingml/2006/main">
            <a:fillRect l="0" t="0" r="0" b="0"/>
          </a:stretch>
        </p:blipFill>
        <p:spPr>
          <a:xfrm xmlns:a="http://schemas.openxmlformats.org/drawingml/2006/main">
            <a:off x="3962301" y="4984711"/>
            <a:ext cx="431789" cy="190495"/>
          </a:xfrm>
          <a:prstGeom xmlns:a="http://schemas.openxmlformats.org/drawingml/2006/main" prst="rect">
            <a:avLst/>
          </a:prstGeom>
        </p:spPr>
      </p:pic>
      <p:pic>
        <p:nvPicPr>
          <p:cNvPr id="92" name="Picture 25"/>
          <p:cNvPicPr>
            <a:picLocks xmlns:a="http://schemas.openxmlformats.org/drawingml/2006/main" noChangeAspect="1"/>
          </p:cNvPicPr>
          <p:nvPr/>
        </p:nvPicPr>
        <p:blipFill>
          <a:blip xmlns:r="http://schemas.openxmlformats.org/officeDocument/2006/relationships" xmlns:a="http://schemas.openxmlformats.org/drawingml/2006/main" r:embed="R3e7b4fa02dca489d">
            <a:extLst>
              <a:ext uri="{96DAC541-7B7A-43D3-8B79-37D633B846F1}">
                <asvg:svgBlip xmlns:asvg="http://schemas.microsoft.com/office/drawing/2016/SVG/main" r:embed="R020d8f2a705241b1"/>
              </a:ext>
            </a:extLst>
          </a:blip>
          <a:stretch xmlns:a="http://schemas.openxmlformats.org/drawingml/2006/main">
            <a:fillRect l="0" t="0" r="0" b="0"/>
          </a:stretch>
        </p:blipFill>
        <p:spPr>
          <a:xfrm xmlns:a="http://schemas.openxmlformats.org/drawingml/2006/main">
            <a:off x="2254194" y="3765542"/>
            <a:ext cx="1396965" cy="292093"/>
          </a:xfrm>
          <a:prstGeom xmlns:a="http://schemas.openxmlformats.org/drawingml/2006/main" prst="rect">
            <a:avLst/>
          </a:prstGeom>
        </p:spPr>
      </p:pic>
      <p:sp>
        <p:nvSpPr>
          <p:cNvPr id="28" name="TextBox 25">
            <a:extLst xmlns:a="http://schemas.openxmlformats.org/drawingml/2006/main">
              <a:ext uri="{FF2B5EF4-FFF2-40B4-BE49-F238E27FC236}">
                <a16:creationId xmlns:a16="http://schemas.microsoft.com/office/drawing/2014/main" id="{0E446A18-078B-4FBF-AB18-5FBB5F0B3C6D}"/>
              </a:ext>
            </a:extLst>
          </p:cNvPr>
          <p:cNvSpPr>
            <a:spLocks xmlns:a="http://schemas.openxmlformats.org/drawingml/2006/main" noGrp="1"/>
          </p:cNvSpPr>
          <p:nvPr/>
        </p:nvSpPr>
        <p:spPr>
          <a:xfrm xmlns:a="http://schemas.openxmlformats.org/drawingml/2006/main">
            <a:off x="2254194" y="3765542"/>
            <a:ext cx="1396965" cy="292093"/>
          </a:xfrm>
          <a:prstGeom xmlns:a="http://schemas.openxmlformats.org/drawingml/2006/main" prst="rect">
            <a:avLst/>
          </a:prstGeom>
          <a:noFill xmlns:a="http://schemas.openxmlformats.org/drawingml/2006/main"/>
        </p:spPr>
        <p:txBody>
          <a:bodyPr xmlns:a="http://schemas.openxmlformats.org/drawingml/2006/main" wrap="square" lIns="0" tIns="50799" rIns="0" bIns="0" anchor="t">
            <a:spAutoFit/>
          </a:bodyPr>
          <a:lstStyle xmlns:a="http://schemas.openxmlformats.org/drawingml/2006/main"/>
          <a:p xmlns:a="http://schemas.openxmlformats.org/drawingml/2006/main">
            <a:pPr marL="0" indent="0" algn="l">
              <a:buNone/>
            </a:pPr>
            <a:r>
              <a:rPr sz="1050">
                <a:solidFill>
                  <a:srgbClr val="00A99D"/>
                </a:solidFill>
                <a:latin typeface="Arial"/>
                <a:ea typeface="Arial"/>
                <a:cs typeface="Arial"/>
              </a:rPr>
              <a:t>strictly below threshold</a:t>
            </a:r>
            <a:endParaRPr sz="1050"/>
          </a:p>
        </p:txBody>
      </p:sp>
      <p:sp>
        <p:nvSpPr>
          <p:cNvPr id="29" name="TextBox 28">
            <a:extLst xmlns:a="http://schemas.openxmlformats.org/drawingml/2006/main">
              <a:ext uri="{FF2B5EF4-FFF2-40B4-BE49-F238E27FC236}">
                <a16:creationId xmlns:a16="http://schemas.microsoft.com/office/drawing/2014/main" id="{1E79E627-0734-4A03-A8B9-D5C0C37CE89E}"/>
              </a:ext>
            </a:extLst>
          </p:cNvPr>
          <p:cNvSpPr>
            <a:spLocks xmlns:a="http://schemas.openxmlformats.org/drawingml/2006/main" noGrp="1"/>
          </p:cNvSpPr>
          <p:nvPr/>
        </p:nvSpPr>
        <p:spPr>
          <a:xfrm xmlns:a="http://schemas.openxmlformats.org/drawingml/2006/main">
            <a:off x="996925" y="5340302"/>
            <a:ext cx="3809905" cy="292093"/>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buNone/>
            </a:pPr>
            <a:r>
              <a:rPr sz="1200">
                <a:solidFill>
                  <a:srgbClr val="5E6D6C"/>
                </a:solidFill>
                <a:latin typeface="Arial"/>
                <a:ea typeface="Arial"/>
                <a:cs typeface="Arial"/>
              </a:rPr>
              <a:t>Counts include validated missing sentinels.</a:t>
            </a:r>
            <a:endParaRPr sz="1200"/>
          </a:p>
        </p:txBody>
      </p:sp>
      <p:sp>
        <p:nvSpPr>
          <p:cNvPr id="30" name="Shape 31">
            <a:extLst xmlns:a="http://schemas.openxmlformats.org/drawingml/2006/main">
              <a:ext uri="{FF2B5EF4-FFF2-40B4-BE49-F238E27FC236}">
                <a16:creationId xmlns:a16="http://schemas.microsoft.com/office/drawing/2014/main" id="{A84C151D-F57B-47BC-80EC-F78C07BB4EE0}"/>
              </a:ext>
            </a:extLst>
          </p:cNvPr>
          <p:cNvSpPr>
            <a:spLocks xmlns:a="http://schemas.openxmlformats.org/drawingml/2006/main" noGrp="1"/>
          </p:cNvSpPr>
          <p:nvPr/>
        </p:nvSpPr>
        <p:spPr>
          <a:xfrm xmlns:a="http://schemas.openxmlformats.org/drawingml/2006/main">
            <a:off x="5651359" y="2794016"/>
            <a:ext cx="1396965" cy="1396965"/>
          </a:xfrm>
          <a:prstGeom xmlns:a="http://schemas.openxmlformats.org/drawingml/2006/main" prst="ellipse">
            <a:avLst/>
          </a:prstGeom>
          <a:solidFill xmlns:a="http://schemas.openxmlformats.org/drawingml/2006/main">
            <a:srgbClr val="00A99D"/>
          </a:solidFill>
        </p:spPr>
      </p:sp>
      <p:sp>
        <p:nvSpPr>
          <p:cNvPr id="31" name="TextBox 32">
            <a:extLst xmlns:a="http://schemas.openxmlformats.org/drawingml/2006/main">
              <a:ext uri="{FF2B5EF4-FFF2-40B4-BE49-F238E27FC236}">
                <a16:creationId xmlns:a16="http://schemas.microsoft.com/office/drawing/2014/main" id="{BA0F2EBC-6555-4321-B219-A0A90B46A11A}"/>
              </a:ext>
            </a:extLst>
          </p:cNvPr>
          <p:cNvSpPr>
            <a:spLocks xmlns:a="http://schemas.openxmlformats.org/drawingml/2006/main" noGrp="1"/>
          </p:cNvSpPr>
          <p:nvPr/>
        </p:nvSpPr>
        <p:spPr>
          <a:xfrm xmlns:a="http://schemas.openxmlformats.org/drawingml/2006/main">
            <a:off x="5961509" y="3273131"/>
            <a:ext cx="776566" cy="222244"/>
          </a:xfrm>
          <a:prstGeom xmlns:a="http://schemas.openxmlformats.org/drawingml/2006/main" prst="rect">
            <a:avLst/>
          </a:prstGeom>
          <a:noFill xmlns:a="http://schemas.openxmlformats.org/drawingml/2006/main"/>
        </p:spPr>
        <p:txBody>
          <a:bodyPr xmlns:a="http://schemas.openxmlformats.org/drawingml/2006/main" wrap="square" lIns="0" tIns="0" rIns="0" bIns="0" anchor="ctr">
            <a:spAutoFit/>
          </a:bodyPr>
          <a:lstStyle xmlns:a="http://schemas.openxmlformats.org/drawingml/2006/main"/>
          <a:p xmlns:a="http://schemas.openxmlformats.org/drawingml/2006/main">
            <a:pPr marL="0" indent="0">
              <a:lnSpc>
                <a:spcPts val="1627"/>
              </a:lnSpc>
              <a:buNone/>
            </a:pPr>
            <a:r>
              <a:rPr sz="1550" b="1">
                <a:solidFill>
                  <a:srgbClr val="162A2D"/>
                </a:solidFill>
                <a:highlight>
                  <a:srgbClr val="00A99D"/>
                </a:highlight>
                <a:latin typeface="Arial"/>
                <a:ea typeface="Arial"/>
                <a:cs typeface="Arial"/>
              </a:rPr>
              <a:t>FREEZE</a:t>
            </a:r>
            <a:endParaRPr sz="1550"/>
          </a:p>
        </p:txBody>
      </p:sp>
      <p:sp>
        <p:nvSpPr>
          <p:cNvPr id="32" name="TextBox 34">
            <a:extLst xmlns:a="http://schemas.openxmlformats.org/drawingml/2006/main">
              <a:ext uri="{FF2B5EF4-FFF2-40B4-BE49-F238E27FC236}">
                <a16:creationId xmlns:a16="http://schemas.microsoft.com/office/drawing/2014/main" id="{3D6B04D4-99CA-4955-96B1-BBC5623768F6}"/>
              </a:ext>
            </a:extLst>
          </p:cNvPr>
          <p:cNvSpPr>
            <a:spLocks xmlns:a="http://schemas.openxmlformats.org/drawingml/2006/main" noGrp="1"/>
          </p:cNvSpPr>
          <p:nvPr/>
        </p:nvSpPr>
        <p:spPr>
          <a:xfrm xmlns:a="http://schemas.openxmlformats.org/drawingml/2006/main">
            <a:off x="6041775" y="3479799"/>
            <a:ext cx="616034" cy="222244"/>
          </a:xfrm>
          <a:prstGeom xmlns:a="http://schemas.openxmlformats.org/drawingml/2006/main" prst="rect">
            <a:avLst/>
          </a:prstGeom>
          <a:noFill xmlns:a="http://schemas.openxmlformats.org/drawingml/2006/main"/>
        </p:spPr>
        <p:txBody>
          <a:bodyPr xmlns:a="http://schemas.openxmlformats.org/drawingml/2006/main" wrap="square" lIns="0" tIns="0" rIns="0" bIns="0" anchor="ctr">
            <a:spAutoFit/>
          </a:bodyPr>
          <a:lstStyle xmlns:a="http://schemas.openxmlformats.org/drawingml/2006/main"/>
          <a:p xmlns:a="http://schemas.openxmlformats.org/drawingml/2006/main">
            <a:pPr marL="0" indent="0">
              <a:lnSpc>
                <a:spcPts val="1627"/>
              </a:lnSpc>
              <a:buNone/>
            </a:pPr>
            <a:r>
              <a:rPr sz="1550" b="1">
                <a:solidFill>
                  <a:srgbClr val="162A2D"/>
                </a:solidFill>
                <a:highlight>
                  <a:srgbClr val="00A99D"/>
                </a:highlight>
                <a:latin typeface="Arial"/>
                <a:ea typeface="Arial"/>
                <a:cs typeface="Arial"/>
              </a:rPr>
              <a:t>STATE</a:t>
            </a:r>
            <a:endParaRPr sz="1550"/>
          </a:p>
        </p:txBody>
      </p:sp>
      <p:sp>
        <p:nvSpPr>
          <p:cNvPr id="33" name="TextBox 36">
            <a:extLst xmlns:a="http://schemas.openxmlformats.org/drawingml/2006/main">
              <a:ext uri="{FF2B5EF4-FFF2-40B4-BE49-F238E27FC236}">
                <a16:creationId xmlns:a16="http://schemas.microsoft.com/office/drawing/2014/main" id="{7ED51581-153B-4925-9C10-A9CDD4FAF5A8}"/>
              </a:ext>
            </a:extLst>
          </p:cNvPr>
          <p:cNvSpPr>
            <a:spLocks xmlns:a="http://schemas.openxmlformats.org/drawingml/2006/main" noGrp="1"/>
          </p:cNvSpPr>
          <p:nvPr/>
        </p:nvSpPr>
        <p:spPr>
          <a:xfrm xmlns:a="http://schemas.openxmlformats.org/drawingml/2006/main">
            <a:off x="5854554" y="4406876"/>
            <a:ext cx="1079473" cy="634984"/>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ctr">
              <a:lnSpc>
                <a:spcPts val="1500"/>
              </a:lnSpc>
              <a:buNone/>
            </a:pPr>
            <a:r>
              <a:rPr sz="1200">
                <a:solidFill>
                  <a:srgbClr val="5E6D6C"/>
                </a:solidFill>
                <a:latin typeface="Arial"/>
                <a:ea typeface="Arial"/>
                <a:cs typeface="Arial"/>
              </a:rPr>
              <a:t>vocabulary</a:t>
            </a:r>
            <a:endParaRPr sz="1200"/>
          </a:p>
          <a:p xmlns:a="http://schemas.openxmlformats.org/drawingml/2006/main">
            <a:pPr marL="0" indent="0" algn="ctr">
              <a:lnSpc>
                <a:spcPts val="1500"/>
              </a:lnSpc>
              <a:buNone/>
            </a:pPr>
            <a:r>
              <a:rPr sz="1200">
                <a:solidFill>
                  <a:srgbClr val="5E6D6C"/>
                </a:solidFill>
                <a:latin typeface="Arial"/>
                <a:ea typeface="Arial"/>
                <a:cs typeface="Arial"/>
              </a:rPr>
              <a:t>+ diagnostics</a:t>
            </a:r>
            <a:endParaRPr sz="1200"/>
          </a:p>
        </p:txBody>
      </p:sp>
      <p:sp>
        <p:nvSpPr>
          <p:cNvPr id="34" name="Shape 38">
            <a:extLst xmlns:a="http://schemas.openxmlformats.org/drawingml/2006/main">
              <a:ext uri="{FF2B5EF4-FFF2-40B4-BE49-F238E27FC236}">
                <a16:creationId xmlns:a16="http://schemas.microsoft.com/office/drawing/2014/main" id="{6471ED56-71A9-4312-A34D-E55C5CED513F}"/>
              </a:ext>
            </a:extLst>
          </p:cNvPr>
          <p:cNvSpPr>
            <a:spLocks xmlns:a="http://schemas.openxmlformats.org/drawingml/2006/main" noGrp="1"/>
          </p:cNvSpPr>
          <p:nvPr/>
        </p:nvSpPr>
        <p:spPr>
          <a:xfrm xmlns:a="http://schemas.openxmlformats.org/drawingml/2006/main">
            <a:off x="6972126" y="2032035"/>
            <a:ext cx="4635384" cy="3873403"/>
          </a:xfrm>
          <a:prstGeom xmlns:a="http://schemas.openxmlformats.org/drawingml/2006/main" prst="roundRect">
            <a:avLst>
              <a:gd name="adj" fmla="val 6885"/>
            </a:avLst>
          </a:prstGeom>
          <a:solidFill xmlns:a="http://schemas.openxmlformats.org/drawingml/2006/main">
            <a:srgbClr val="162A2D"/>
          </a:solidFill>
        </p:spPr>
      </p:sp>
      <p:sp>
        <p:nvSpPr>
          <p:cNvPr id="35" name="TextBox 40">
            <a:extLst xmlns:a="http://schemas.openxmlformats.org/drawingml/2006/main">
              <a:ext uri="{FF2B5EF4-FFF2-40B4-BE49-F238E27FC236}">
                <a16:creationId xmlns:a16="http://schemas.microsoft.com/office/drawing/2014/main" id="{FF8EAEFD-F99A-4BE0-85E3-E3AB2233C0D7}"/>
              </a:ext>
            </a:extLst>
          </p:cNvPr>
          <p:cNvSpPr>
            <a:spLocks xmlns:a="http://schemas.openxmlformats.org/drawingml/2006/main" noGrp="1"/>
          </p:cNvSpPr>
          <p:nvPr/>
        </p:nvSpPr>
        <p:spPr>
          <a:xfrm xmlns:a="http://schemas.openxmlformats.org/drawingml/2006/main">
            <a:off x="7238819" y="2298728"/>
            <a:ext cx="4101997" cy="152396"/>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buNone/>
            </a:pPr>
            <a:r>
              <a:rPr sz="1050" b="1" spc="150">
                <a:solidFill>
                  <a:srgbClr val="00A99D"/>
                </a:solidFill>
                <a:latin typeface="Arial"/>
                <a:ea typeface="Arial"/>
                <a:cs typeface="Arial"/>
              </a:rPr>
              <a:t>TRANSFORM · STABLE OUTPUT</a:t>
            </a:r>
            <a:endParaRPr sz="1050"/>
          </a:p>
        </p:txBody>
      </p:sp>
      <p:sp>
        <p:nvSpPr>
          <p:cNvPr id="36" name="TextBox 44">
            <a:extLst xmlns:a="http://schemas.openxmlformats.org/drawingml/2006/main">
              <a:ext uri="{FF2B5EF4-FFF2-40B4-BE49-F238E27FC236}">
                <a16:creationId xmlns:a16="http://schemas.microsoft.com/office/drawing/2014/main" id="{A140C77D-7168-461A-A24B-8C10B99D1498}"/>
              </a:ext>
            </a:extLst>
          </p:cNvPr>
          <p:cNvSpPr>
            <a:spLocks xmlns:a="http://schemas.openxmlformats.org/drawingml/2006/main" noGrp="1"/>
          </p:cNvSpPr>
          <p:nvPr/>
        </p:nvSpPr>
        <p:spPr>
          <a:xfrm xmlns:a="http://schemas.openxmlformats.org/drawingml/2006/main">
            <a:off x="7238819" y="2946412"/>
            <a:ext cx="1142971" cy="634984"/>
          </a:xfrm>
          <a:prstGeom xmlns:a="http://schemas.openxmlformats.org/drawingml/2006/main" prst="roundRect">
            <a:avLst>
              <a:gd name="adj" fmla="val 24000"/>
            </a:avLst>
          </a:prstGeom>
          <a:solidFill xmlns:a="http://schemas.openxmlformats.org/drawingml/2006/main">
            <a:srgbClr val="FFFFFF"/>
          </a:solidFill>
        </p:spPr>
        <p:txBody>
          <a:bodyPr xmlns:a="http://schemas.openxmlformats.org/drawingml/2006/main" wrap="square" lIns="0" tIns="0" rIns="0" bIns="0" anchor="ctr">
            <a:spAutoFit/>
          </a:bodyPr>
          <a:lstStyle xmlns:a="http://schemas.openxmlformats.org/drawingml/2006/main"/>
          <a:p xmlns:a="http://schemas.openxmlformats.org/drawingml/2006/main">
            <a:pPr marL="0" indent="0" algn="ctr">
              <a:buNone/>
            </a:pPr>
            <a:r>
              <a:rPr sz="1700" b="1">
                <a:solidFill>
                  <a:srgbClr val="162A2D"/>
                </a:solidFill>
                <a:latin typeface="Arial"/>
                <a:ea typeface="Arial"/>
                <a:cs typeface="Arial"/>
              </a:rPr>
              <a:t>A</a:t>
            </a:r>
            <a:endParaRPr sz="1700"/>
          </a:p>
        </p:txBody>
      </p:sp>
      <p:sp>
        <p:nvSpPr>
          <p:cNvPr id="37" name="TextBox 46">
            <a:extLst xmlns:a="http://schemas.openxmlformats.org/drawingml/2006/main">
              <a:ext uri="{FF2B5EF4-FFF2-40B4-BE49-F238E27FC236}">
                <a16:creationId xmlns:a16="http://schemas.microsoft.com/office/drawing/2014/main" id="{76DEA682-6F46-42DB-8244-190C8AEE49B6}"/>
              </a:ext>
            </a:extLst>
          </p:cNvPr>
          <p:cNvSpPr>
            <a:spLocks xmlns:a="http://schemas.openxmlformats.org/drawingml/2006/main" noGrp="1"/>
          </p:cNvSpPr>
          <p:nvPr/>
        </p:nvSpPr>
        <p:spPr>
          <a:xfrm xmlns:a="http://schemas.openxmlformats.org/drawingml/2006/main">
            <a:off x="8559586" y="2946412"/>
            <a:ext cx="1142971" cy="634984"/>
          </a:xfrm>
          <a:prstGeom xmlns:a="http://schemas.openxmlformats.org/drawingml/2006/main" prst="roundRect">
            <a:avLst>
              <a:gd name="adj" fmla="val 24000"/>
            </a:avLst>
          </a:prstGeom>
          <a:solidFill xmlns:a="http://schemas.openxmlformats.org/drawingml/2006/main">
            <a:srgbClr val="FFFFFF"/>
          </a:solidFill>
        </p:spPr>
        <p:txBody>
          <a:bodyPr xmlns:a="http://schemas.openxmlformats.org/drawingml/2006/main" wrap="square" lIns="0" tIns="0" rIns="0" bIns="0" anchor="ctr">
            <a:spAutoFit/>
          </a:bodyPr>
          <a:lstStyle xmlns:a="http://schemas.openxmlformats.org/drawingml/2006/main"/>
          <a:p xmlns:a="http://schemas.openxmlformats.org/drawingml/2006/main">
            <a:pPr marL="0" indent="0" algn="ctr">
              <a:buNone/>
            </a:pPr>
            <a:r>
              <a:rPr sz="1700" b="1">
                <a:solidFill>
                  <a:srgbClr val="162A2D"/>
                </a:solidFill>
                <a:latin typeface="Arial"/>
                <a:ea typeface="Arial"/>
                <a:cs typeface="Arial"/>
              </a:rPr>
              <a:t>B</a:t>
            </a:r>
            <a:endParaRPr sz="1700"/>
          </a:p>
        </p:txBody>
      </p:sp>
      <p:sp>
        <p:nvSpPr>
          <p:cNvPr id="38" name="TextBox 48">
            <a:extLst xmlns:a="http://schemas.openxmlformats.org/drawingml/2006/main">
              <a:ext uri="{FF2B5EF4-FFF2-40B4-BE49-F238E27FC236}">
                <a16:creationId xmlns:a16="http://schemas.microsoft.com/office/drawing/2014/main" id="{E3D2AEE2-C18D-45B8-AB3D-C6916CEC9F4B}"/>
              </a:ext>
            </a:extLst>
          </p:cNvPr>
          <p:cNvSpPr>
            <a:spLocks xmlns:a="http://schemas.openxmlformats.org/drawingml/2006/main" noGrp="1"/>
          </p:cNvSpPr>
          <p:nvPr/>
        </p:nvSpPr>
        <p:spPr>
          <a:xfrm xmlns:a="http://schemas.openxmlformats.org/drawingml/2006/main">
            <a:off x="9880353" y="2946412"/>
            <a:ext cx="1460463" cy="634984"/>
          </a:xfrm>
          <a:prstGeom xmlns:a="http://schemas.openxmlformats.org/drawingml/2006/main" prst="roundRect">
            <a:avLst>
              <a:gd name="adj" fmla="val 24000"/>
            </a:avLst>
          </a:prstGeom>
          <a:noFill xmlns:a="http://schemas.openxmlformats.org/drawingml/2006/main"/>
          <a:ln xmlns:a="http://schemas.openxmlformats.org/drawingml/2006/main" w="12700">
            <a:solidFill>
              <a:srgbClr val="00A99D"/>
            </a:solidFill>
            <a:prstDash val="solid"/>
          </a:ln>
        </p:spPr>
        <p:txBody>
          <a:bodyPr xmlns:a="http://schemas.openxmlformats.org/drawingml/2006/main" wrap="square" lIns="0" tIns="0" rIns="0" bIns="0" anchor="ctr">
            <a:spAutoFit/>
          </a:bodyPr>
          <a:lstStyle xmlns:a="http://schemas.openxmlformats.org/drawingml/2006/main"/>
          <a:p xmlns:a="http://schemas.openxmlformats.org/drawingml/2006/main">
            <a:pPr marL="0" indent="0" algn="ctr">
              <a:buNone/>
            </a:pPr>
            <a:r>
              <a:rPr sz="1500" b="1">
                <a:solidFill>
                  <a:srgbClr val="00A99D"/>
                </a:solidFill>
                <a:latin typeface="Arial"/>
                <a:ea typeface="Arial"/>
                <a:cs typeface="Arial"/>
              </a:rPr>
              <a:t>__RARE__</a:t>
            </a:r>
            <a:endParaRPr sz="1500"/>
          </a:p>
        </p:txBody>
      </p:sp>
      <p:sp>
        <p:nvSpPr>
          <p:cNvPr id="39" name="Shape 51">
            <a:extLst xmlns:a="http://schemas.openxmlformats.org/drawingml/2006/main">
              <a:ext uri="{FF2B5EF4-FFF2-40B4-BE49-F238E27FC236}">
                <a16:creationId xmlns:a16="http://schemas.microsoft.com/office/drawing/2014/main" id="{AC86DD18-79FC-434C-B9A5-A4850F0C0078}"/>
              </a:ext>
            </a:extLst>
          </p:cNvPr>
          <p:cNvSpPr>
            <a:spLocks xmlns:a="http://schemas.openxmlformats.org/drawingml/2006/main" noGrp="1"/>
          </p:cNvSpPr>
          <p:nvPr/>
        </p:nvSpPr>
        <p:spPr>
          <a:xfrm xmlns:a="http://schemas.openxmlformats.org/drawingml/2006/main">
            <a:off x="7238819" y="3962387"/>
            <a:ext cx="4101997" cy="863578"/>
          </a:xfrm>
          <a:prstGeom xmlns:a="http://schemas.openxmlformats.org/drawingml/2006/main" prst="rect">
            <a:avLst/>
          </a:prstGeom>
          <a:noFill xmlns:a="http://schemas.openxmlformats.org/drawingml/2006/main"/>
        </p:spPr>
      </p:sp>
      <p:pic>
        <p:nvPicPr>
          <p:cNvPr id="105" name="Picture 51"/>
          <p:cNvPicPr>
            <a:picLocks xmlns:a="http://schemas.openxmlformats.org/drawingml/2006/main" noChangeAspect="1"/>
          </p:cNvPicPr>
          <p:nvPr/>
        </p:nvPicPr>
        <p:blipFill>
          <a:blip xmlns:r="http://schemas.openxmlformats.org/officeDocument/2006/relationships" xmlns:a="http://schemas.openxmlformats.org/drawingml/2006/main" r:embed="R2974fd890dc145cd">
            <a:extLst>
              <a:ext uri="{96DAC541-7B7A-43D3-8B79-37D633B846F1}">
                <asvg:svgBlip xmlns:asvg="http://schemas.microsoft.com/office/drawing/2016/SVG/main" r:embed="R36950840c2664f19"/>
              </a:ext>
            </a:extLst>
          </a:blip>
          <a:stretch xmlns:a="http://schemas.openxmlformats.org/drawingml/2006/main">
            <a:fillRect l="0" t="0" r="0" b="0"/>
          </a:stretch>
        </p:blipFill>
        <p:spPr>
          <a:xfrm xmlns:a="http://schemas.openxmlformats.org/drawingml/2006/main">
            <a:off x="7238819" y="3962387"/>
            <a:ext cx="4101997" cy="863578"/>
          </a:xfrm>
          <a:prstGeom xmlns:a="http://schemas.openxmlformats.org/drawingml/2006/main" prst="rect">
            <a:avLst/>
          </a:prstGeom>
        </p:spPr>
      </p:pic>
      <p:sp>
        <p:nvSpPr>
          <p:cNvPr id="41" name="TextBox 53">
            <a:extLst xmlns:a="http://schemas.openxmlformats.org/drawingml/2006/main">
              <a:ext uri="{FF2B5EF4-FFF2-40B4-BE49-F238E27FC236}">
                <a16:creationId xmlns:a16="http://schemas.microsoft.com/office/drawing/2014/main" id="{5194BCCF-FEC5-47F3-A948-FFDEC1C92A4F}"/>
              </a:ext>
            </a:extLst>
          </p:cNvPr>
          <p:cNvSpPr>
            <a:spLocks xmlns:a="http://schemas.openxmlformats.org/drawingml/2006/main" noGrp="1"/>
          </p:cNvSpPr>
          <p:nvPr/>
        </p:nvSpPr>
        <p:spPr>
          <a:xfrm xmlns:a="http://schemas.openxmlformats.org/drawingml/2006/main">
            <a:off x="7238819" y="4159232"/>
            <a:ext cx="2031949" cy="666733"/>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lnSpc>
                <a:spcPts val="1820"/>
              </a:lnSpc>
              <a:buNone/>
            </a:pPr>
            <a:r>
              <a:rPr sz="1400">
                <a:solidFill>
                  <a:srgbClr val="FFFFFF"/>
                </a:solidFill>
                <a:latin typeface="Arial"/>
                <a:ea typeface="Arial"/>
                <a:cs typeface="Arial"/>
              </a:rPr>
              <a:t>Seen rare values</a:t>
            </a:r>
            <a:endParaRPr sz="1400"/>
          </a:p>
          <a:p xmlns:a="http://schemas.openxmlformats.org/drawingml/2006/main">
            <a:pPr marL="0" indent="0" algn="l">
              <a:lnSpc>
                <a:spcPts val="1820"/>
              </a:lnSpc>
              <a:buNone/>
            </a:pPr>
            <a:r>
              <a:rPr sz="1400">
                <a:solidFill>
                  <a:srgbClr val="FFFFFF"/>
                </a:solidFill>
                <a:latin typeface="Arial"/>
                <a:ea typeface="Arial"/>
                <a:cs typeface="Arial"/>
              </a:rPr>
              <a:t>map to fallback.</a:t>
            </a:r>
            <a:endParaRPr sz="1400"/>
          </a:p>
        </p:txBody>
      </p:sp>
      <p:sp>
        <p:nvSpPr>
          <p:cNvPr id="42" name="TextBox 55">
            <a:extLst xmlns:a="http://schemas.openxmlformats.org/drawingml/2006/main">
              <a:ext uri="{FF2B5EF4-FFF2-40B4-BE49-F238E27FC236}">
                <a16:creationId xmlns:a16="http://schemas.microsoft.com/office/drawing/2014/main" id="{72F21FA5-D6A2-492A-989A-67D7D8FBB1E1}"/>
              </a:ext>
            </a:extLst>
          </p:cNvPr>
          <p:cNvSpPr>
            <a:spLocks xmlns:a="http://schemas.openxmlformats.org/drawingml/2006/main" noGrp="1"/>
          </p:cNvSpPr>
          <p:nvPr/>
        </p:nvSpPr>
        <p:spPr>
          <a:xfrm xmlns:a="http://schemas.openxmlformats.org/drawingml/2006/main">
            <a:off x="9270768" y="4159232"/>
            <a:ext cx="2070048" cy="666733"/>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lnSpc>
                <a:spcPts val="1820"/>
              </a:lnSpc>
              <a:buNone/>
            </a:pPr>
            <a:r>
              <a:rPr sz="1400">
                <a:solidFill>
                  <a:srgbClr val="FFFFFF"/>
                </a:solidFill>
                <a:latin typeface="Arial"/>
                <a:ea typeface="Arial"/>
                <a:cs typeface="Arial"/>
              </a:rPr>
              <a:t>Unseen values</a:t>
            </a:r>
            <a:endParaRPr sz="1400"/>
          </a:p>
          <a:p xmlns:a="http://schemas.openxmlformats.org/drawingml/2006/main">
            <a:pPr marL="0" indent="0" algn="l">
              <a:lnSpc>
                <a:spcPts val="1820"/>
              </a:lnSpc>
              <a:buNone/>
            </a:pPr>
            <a:r>
              <a:rPr sz="1400">
                <a:solidFill>
                  <a:srgbClr val="FFFFFF"/>
                </a:solidFill>
                <a:latin typeface="Arial"/>
                <a:ea typeface="Arial"/>
                <a:cs typeface="Arial"/>
              </a:rPr>
              <a:t>map the same way.</a:t>
            </a:r>
            <a:endParaRPr sz="1400"/>
          </a:p>
        </p:txBody>
      </p:sp>
      <p:sp>
        <p:nvSpPr>
          <p:cNvPr id="43" name="TextBox 58">
            <a:extLst xmlns:a="http://schemas.openxmlformats.org/drawingml/2006/main">
              <a:ext uri="{FF2B5EF4-FFF2-40B4-BE49-F238E27FC236}">
                <a16:creationId xmlns:a16="http://schemas.microsoft.com/office/drawing/2014/main" id="{96B2D5AE-A208-4FD6-9BF9-79C075A1F2DC}"/>
              </a:ext>
            </a:extLst>
          </p:cNvPr>
          <p:cNvSpPr>
            <a:spLocks xmlns:a="http://schemas.openxmlformats.org/drawingml/2006/main" noGrp="1"/>
          </p:cNvSpPr>
          <p:nvPr/>
        </p:nvSpPr>
        <p:spPr>
          <a:xfrm xmlns:a="http://schemas.openxmlformats.org/drawingml/2006/main">
            <a:off x="7238819" y="5029160"/>
            <a:ext cx="4101997" cy="609585"/>
          </a:xfrm>
          <a:prstGeom xmlns:a="http://schemas.openxmlformats.org/drawingml/2006/main" prst="roundRect">
            <a:avLst>
              <a:gd name="adj" fmla="val 25000"/>
            </a:avLst>
          </a:prstGeom>
          <a:solidFill xmlns:a="http://schemas.openxmlformats.org/drawingml/2006/main">
            <a:srgbClr val="FFFFFF">
              <a:alpha val="8000"/>
            </a:srgbClr>
          </a:solidFill>
        </p:spPr>
        <p:txBody>
          <a:bodyPr xmlns:a="http://schemas.openxmlformats.org/drawingml/2006/main" wrap="square" lIns="177796" tIns="0" rIns="177796" bIns="0" anchor="ctr">
            <a:spAutoFit/>
          </a:bodyPr>
          <a:lstStyle xmlns:a="http://schemas.openxmlformats.org/drawingml/2006/main"/>
          <a:p xmlns:a="http://schemas.openxmlformats.org/drawingml/2006/main">
            <a:pPr marL="0" indent="0" algn="l">
              <a:buNone/>
            </a:pPr>
            <a:r>
              <a:rPr sz="1300">
                <a:solidFill>
                  <a:srgbClr val="B8C3C1"/>
                </a:solidFill>
                <a:latin typeface="Arial"/>
                <a:ea typeface="Arial"/>
                <a:cs typeface="Arial"/>
              </a:rPr>
              <a:t>Fallback collisions produce a unique label at fit time.</a:t>
            </a:r>
            <a:endParaRPr sz="1300"/>
          </a:p>
        </p:txBody>
      </p:sp>
      <p:sp>
        <p:nvSpPr>
          <p:cNvPr id="44" name="TextBox 61">
            <a:extLst xmlns:a="http://schemas.openxmlformats.org/drawingml/2006/main">
              <a:ext uri="{FF2B5EF4-FFF2-40B4-BE49-F238E27FC236}">
                <a16:creationId xmlns:a16="http://schemas.microsoft.com/office/drawing/2014/main" id="{A7ACEC50-FBFD-4953-8BFD-4B64EEE53FBA}"/>
              </a:ext>
            </a:extLst>
          </p:cNvPr>
          <p:cNvSpPr>
            <a:spLocks xmlns:a="http://schemas.openxmlformats.org/drawingml/2006/main" noGrp="1"/>
          </p:cNvSpPr>
          <p:nvPr/>
        </p:nvSpPr>
        <p:spPr>
          <a:xfrm xmlns:a="http://schemas.openxmlformats.org/drawingml/2006/main">
            <a:off x="584185" y="6311828"/>
            <a:ext cx="7683308" cy="266693"/>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buNone/>
            </a:pPr>
            <a:r>
              <a:rPr sz="1200">
                <a:solidFill>
                  <a:srgbClr val="5E6D6C"/>
                </a:solidFill>
                <a:latin typeface="Arial"/>
                <a:ea typeface="Arial"/>
                <a:cs typeface="Arial"/>
              </a:rPr>
              <a:t>Simple preprocessing, explicit invariants, identical train/inference semantics.</a:t>
            </a:r>
            <a:endParaRPr sz="1200"/>
          </a:p>
        </p:txBody>
      </p:sp>
      <p:sp>
        <p:nvSpPr>
          <p:cNvPr id="45" name="TextBox 63">
            <a:extLst xmlns:a="http://schemas.openxmlformats.org/drawingml/2006/main">
              <a:ext uri="{FF2B5EF4-FFF2-40B4-BE49-F238E27FC236}">
                <a16:creationId xmlns:a16="http://schemas.microsoft.com/office/drawing/2014/main" id="{FB45AAAA-8788-4791-A44E-070693098D48}"/>
              </a:ext>
            </a:extLst>
          </p:cNvPr>
          <p:cNvSpPr>
            <a:spLocks xmlns:a="http://schemas.openxmlformats.org/drawingml/2006/main" noGrp="1"/>
          </p:cNvSpPr>
          <p:nvPr/>
        </p:nvSpPr>
        <p:spPr>
          <a:xfrm xmlns:a="http://schemas.openxmlformats.org/drawingml/2006/main">
            <a:off x="11099523" y="6349927"/>
            <a:ext cx="507987" cy="253994"/>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r">
              <a:buNone/>
            </a:pPr>
            <a:r>
              <a:rPr sz="1200">
                <a:solidFill>
                  <a:srgbClr val="00A99D"/>
                </a:solidFill>
                <a:latin typeface="Arial"/>
                <a:ea typeface="Arial"/>
                <a:cs typeface="Arial"/>
              </a:rPr>
              <a:t>13</a:t>
            </a:r>
            <a:endParaRPr sz="1200"/>
          </a:p>
        </p:txBody>
      </p:sp>
    </p:spTree>
    <p:extLst>
      <p:ext uri="{BB962C8B-B14F-4D97-AF65-F5344CB8AC3E}">
        <p14:creationId xmlns:p14="http://schemas.microsoft.com/office/powerpoint/2010/main" val="1388733922"/>
      </p:ext>
    </p:extLst>
  </p:cSld>
</p:sld>
</file>

<file path=ppt/slides/slide14.xml><?xml version="1.0" encoding="utf-8"?>
<p:sld xmlns:p="http://schemas.openxmlformats.org/presentationml/2006/main">
  <p:cSld>
    <p:spTree>
      <p:nvGrpSpPr>
        <p:cNvPr id="1" name=""/>
        <p:cNvGrpSpPr/>
        <p:nvPr/>
      </p:nvGrpSpPr>
      <p:grpSpPr>
        <a:xfrm xmlns:a="http://schemas.openxmlformats.org/drawingml/2006/main"/>
      </p:grpSpPr>
      <p:sp>
        <p:nvSpPr>
          <p:cNvPr id="2" name="Shape 1">
            <a:extLst xmlns:a="http://schemas.openxmlformats.org/drawingml/2006/main">
              <a:ext uri="{FF2B5EF4-FFF2-40B4-BE49-F238E27FC236}">
                <a16:creationId xmlns:a16="http://schemas.microsoft.com/office/drawing/2014/main" id="{7996892D-1F9A-456B-B11A-ED543485699E}"/>
              </a:ext>
            </a:extLst>
          </p:cNvPr>
          <p:cNvSpPr>
            <a:spLocks xmlns:a="http://schemas.openxmlformats.org/drawingml/2006/main" noGrp="1"/>
          </p:cNvSpPr>
          <p:nvPr/>
        </p:nvSpPr>
        <p:spPr>
          <a:xfrm xmlns:a="http://schemas.openxmlformats.org/drawingml/2006/main">
            <a:off x="0" y="86"/>
            <a:ext cx="12191695" cy="6857829"/>
          </a:xfrm>
          <a:prstGeom xmlns:a="http://schemas.openxmlformats.org/drawingml/2006/main" prst="rect">
            <a:avLst/>
          </a:prstGeom>
          <a:solidFill xmlns:a="http://schemas.openxmlformats.org/drawingml/2006/main">
            <a:srgbClr val="FFFFFF"/>
          </a:solidFill>
        </p:spPr>
      </p:sp>
      <p:sp>
        <p:nvSpPr>
          <p:cNvPr id="3" name="TextBox 3">
            <a:extLst xmlns:a="http://schemas.openxmlformats.org/drawingml/2006/main">
              <a:ext uri="{FF2B5EF4-FFF2-40B4-BE49-F238E27FC236}">
                <a16:creationId xmlns:a16="http://schemas.microsoft.com/office/drawing/2014/main" id="{71716D90-6F33-4607-9348-EED77A2D1906}"/>
              </a:ext>
            </a:extLst>
          </p:cNvPr>
          <p:cNvSpPr>
            <a:spLocks xmlns:a="http://schemas.openxmlformats.org/drawingml/2006/main" noGrp="1"/>
          </p:cNvSpPr>
          <p:nvPr/>
        </p:nvSpPr>
        <p:spPr>
          <a:xfrm xmlns:a="http://schemas.openxmlformats.org/drawingml/2006/main">
            <a:off x="584185" y="457274"/>
            <a:ext cx="2730432" cy="215895"/>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buNone/>
            </a:pPr>
            <a:r>
              <a:rPr sz="1000" b="1" spc="200">
                <a:solidFill>
                  <a:srgbClr val="00A99D"/>
                </a:solidFill>
                <a:latin typeface="Arial"/>
                <a:ea typeface="Arial"/>
                <a:cs typeface="Arial"/>
              </a:rPr>
              <a:t>REPRODUCIBILITY · REVIEW UX</a:t>
            </a:r>
            <a:endParaRPr sz="1000"/>
          </a:p>
        </p:txBody>
      </p:sp>
      <p:sp>
        <p:nvSpPr>
          <p:cNvPr id="4" name="TextBox 5">
            <a:extLst xmlns:a="http://schemas.openxmlformats.org/drawingml/2006/main">
              <a:ext uri="{FF2B5EF4-FFF2-40B4-BE49-F238E27FC236}">
                <a16:creationId xmlns:a16="http://schemas.microsoft.com/office/drawing/2014/main" id="{977E0792-D2BF-46DE-B479-7B2F6F646EDC}"/>
              </a:ext>
            </a:extLst>
          </p:cNvPr>
          <p:cNvSpPr>
            <a:spLocks xmlns:a="http://schemas.openxmlformats.org/drawingml/2006/main" noGrp="1"/>
          </p:cNvSpPr>
          <p:nvPr/>
        </p:nvSpPr>
        <p:spPr>
          <a:xfrm xmlns:a="http://schemas.openxmlformats.org/drawingml/2006/main">
            <a:off x="584185" y="812865"/>
            <a:ext cx="8762781" cy="698483"/>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lnSpc>
                <a:spcPts val="3672"/>
              </a:lnSpc>
              <a:buNone/>
            </a:pPr>
            <a:r>
              <a:rPr sz="3400" spc="-150">
                <a:solidFill>
                  <a:srgbClr val="162A2D"/>
                </a:solidFill>
                <a:latin typeface="Arial"/>
                <a:ea typeface="Arial"/>
                <a:cs typeface="Arial"/>
              </a:rPr>
              <a:t>Reviewability is a feature</a:t>
            </a:r>
            <a:endParaRPr sz="3400"/>
          </a:p>
        </p:txBody>
      </p:sp>
      <p:sp>
        <p:nvSpPr>
          <p:cNvPr id="5" name="TextBox 7">
            <a:extLst xmlns:a="http://schemas.openxmlformats.org/drawingml/2006/main">
              <a:ext uri="{FF2B5EF4-FFF2-40B4-BE49-F238E27FC236}">
                <a16:creationId xmlns:a16="http://schemas.microsoft.com/office/drawing/2014/main" id="{B71B3DBA-D66A-48A7-A7CF-95BB3038B7FB}"/>
              </a:ext>
            </a:extLst>
          </p:cNvPr>
          <p:cNvSpPr>
            <a:spLocks xmlns:a="http://schemas.openxmlformats.org/drawingml/2006/main" noGrp="1"/>
          </p:cNvSpPr>
          <p:nvPr/>
        </p:nvSpPr>
        <p:spPr>
          <a:xfrm xmlns:a="http://schemas.openxmlformats.org/drawingml/2006/main">
            <a:off x="8877078" y="901763"/>
            <a:ext cx="2730432" cy="533387"/>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lnSpc>
                <a:spcPts val="1822"/>
              </a:lnSpc>
              <a:buNone/>
            </a:pPr>
            <a:r>
              <a:rPr sz="1350">
                <a:solidFill>
                  <a:srgbClr val="5E6D6C"/>
                </a:solidFill>
                <a:latin typeface="Arial"/>
                <a:ea typeface="Arial"/>
                <a:cs typeface="Arial"/>
              </a:rPr>
              <a:t>The shortest path should also</a:t>
            </a:r>
            <a:endParaRPr sz="1350"/>
          </a:p>
          <a:p xmlns:a="http://schemas.openxmlformats.org/drawingml/2006/main">
            <a:pPr marL="0" indent="0" algn="l">
              <a:lnSpc>
                <a:spcPts val="1822"/>
              </a:lnSpc>
              <a:buNone/>
            </a:pPr>
            <a:r>
              <a:rPr sz="1350">
                <a:solidFill>
                  <a:srgbClr val="5E6D6C"/>
                </a:solidFill>
                <a:latin typeface="Arial"/>
                <a:ea typeface="Arial"/>
                <a:cs typeface="Arial"/>
              </a:rPr>
              <a:t>be the most trustworthy.</a:t>
            </a:r>
            <a:endParaRPr sz="1350"/>
          </a:p>
        </p:txBody>
      </p:sp>
      <p:sp>
        <p:nvSpPr>
          <p:cNvPr id="6" name="Shape 9">
            <a:extLst xmlns:a="http://schemas.openxmlformats.org/drawingml/2006/main">
              <a:ext uri="{FF2B5EF4-FFF2-40B4-BE49-F238E27FC236}">
                <a16:creationId xmlns:a16="http://schemas.microsoft.com/office/drawing/2014/main" id="{AD1B37F2-E7AB-46DB-BDE4-12124E986E8E}"/>
              </a:ext>
            </a:extLst>
          </p:cNvPr>
          <p:cNvSpPr>
            <a:spLocks xmlns:a="http://schemas.openxmlformats.org/drawingml/2006/main" noGrp="1"/>
          </p:cNvSpPr>
          <p:nvPr/>
        </p:nvSpPr>
        <p:spPr>
          <a:xfrm xmlns:a="http://schemas.openxmlformats.org/drawingml/2006/main">
            <a:off x="584185" y="2032035"/>
            <a:ext cx="7048324" cy="4127397"/>
          </a:xfrm>
          <a:prstGeom xmlns:a="http://schemas.openxmlformats.org/drawingml/2006/main" prst="roundRect">
            <a:avLst>
              <a:gd name="adj" fmla="val 6462"/>
            </a:avLst>
          </a:prstGeom>
          <a:solidFill xmlns:a="http://schemas.openxmlformats.org/drawingml/2006/main">
            <a:srgbClr val="162A2D"/>
          </a:solidFill>
        </p:spPr>
      </p:sp>
      <p:sp>
        <p:nvSpPr>
          <p:cNvPr id="7" name="TextBox 11">
            <a:extLst xmlns:a="http://schemas.openxmlformats.org/drawingml/2006/main">
              <a:ext uri="{FF2B5EF4-FFF2-40B4-BE49-F238E27FC236}">
                <a16:creationId xmlns:a16="http://schemas.microsoft.com/office/drawing/2014/main" id="{C02DC5C7-F5F1-4AB3-879B-CFFBED8F9657}"/>
              </a:ext>
            </a:extLst>
          </p:cNvPr>
          <p:cNvSpPr>
            <a:spLocks xmlns:a="http://schemas.openxmlformats.org/drawingml/2006/main" noGrp="1"/>
          </p:cNvSpPr>
          <p:nvPr/>
        </p:nvSpPr>
        <p:spPr>
          <a:xfrm xmlns:a="http://schemas.openxmlformats.org/drawingml/2006/main">
            <a:off x="850879" y="2298728"/>
            <a:ext cx="6514937" cy="146046"/>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buNone/>
            </a:pPr>
            <a:r>
              <a:rPr sz="1000" b="1" spc="150">
                <a:solidFill>
                  <a:srgbClr val="00A99D"/>
                </a:solidFill>
                <a:latin typeface="Arial"/>
                <a:ea typeface="Arial"/>
                <a:cs typeface="Arial"/>
              </a:rPr>
              <a:t>CLEAN CLONE</a:t>
            </a:r>
            <a:endParaRPr sz="1000"/>
          </a:p>
        </p:txBody>
      </p:sp>
      <p:sp>
        <p:nvSpPr>
          <p:cNvPr id="8" name="TextBox 13">
            <a:extLst xmlns:a="http://schemas.openxmlformats.org/drawingml/2006/main">
              <a:ext uri="{FF2B5EF4-FFF2-40B4-BE49-F238E27FC236}">
                <a16:creationId xmlns:a16="http://schemas.microsoft.com/office/drawing/2014/main" id="{F6C23A61-50D1-418C-9132-504CA499550C}"/>
              </a:ext>
            </a:extLst>
          </p:cNvPr>
          <p:cNvSpPr>
            <a:spLocks xmlns:a="http://schemas.openxmlformats.org/drawingml/2006/main" noGrp="1"/>
          </p:cNvSpPr>
          <p:nvPr/>
        </p:nvSpPr>
        <p:spPr>
          <a:xfrm xmlns:a="http://schemas.openxmlformats.org/drawingml/2006/main">
            <a:off x="850879" y="2736867"/>
            <a:ext cx="6514937" cy="317492"/>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lnSpc>
                <a:spcPts val="2500"/>
              </a:lnSpc>
              <a:buNone/>
            </a:pPr>
            <a:r>
              <a:rPr sz="2000">
                <a:solidFill>
                  <a:srgbClr val="FFFFFF"/>
                </a:solidFill>
                <a:latin typeface="Courier New"/>
                <a:ea typeface="Courier New"/>
                <a:cs typeface="Courier New"/>
              </a:rPr>
              <a:t>$ make local-submission</a:t>
            </a:r>
            <a:endParaRPr sz="2000"/>
          </a:p>
        </p:txBody>
      </p:sp>
      <p:sp>
        <p:nvSpPr>
          <p:cNvPr id="9" name="TextBox 15">
            <a:extLst xmlns:a="http://schemas.openxmlformats.org/drawingml/2006/main">
              <a:ext uri="{FF2B5EF4-FFF2-40B4-BE49-F238E27FC236}">
                <a16:creationId xmlns:a16="http://schemas.microsoft.com/office/drawing/2014/main" id="{FEE24878-4C74-48EB-9638-80987B63788E}"/>
              </a:ext>
            </a:extLst>
          </p:cNvPr>
          <p:cNvSpPr>
            <a:spLocks xmlns:a="http://schemas.openxmlformats.org/drawingml/2006/main" noGrp="1"/>
          </p:cNvSpPr>
          <p:nvPr/>
        </p:nvSpPr>
        <p:spPr>
          <a:xfrm xmlns:a="http://schemas.openxmlformats.org/drawingml/2006/main">
            <a:off x="850879" y="3333752"/>
            <a:ext cx="6514937" cy="1419785"/>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lnSpc>
                <a:spcPts val="2236"/>
              </a:lnSpc>
              <a:buNone/>
            </a:pPr>
            <a:r>
              <a:rPr sz="1300">
                <a:solidFill>
                  <a:srgbClr val="B8C3C1"/>
                </a:solidFill>
                <a:latin typeface="Courier New"/>
                <a:ea typeface="Courier New"/>
                <a:cs typeface="Courier New"/>
              </a:rPr>
              <a:t>✓ locked dependency graph</a:t>
            </a:r>
            <a:endParaRPr sz="1300"/>
          </a:p>
          <a:p xmlns:a="http://schemas.openxmlformats.org/drawingml/2006/main">
            <a:pPr marL="0" indent="0" algn="l">
              <a:lnSpc>
                <a:spcPts val="2236"/>
              </a:lnSpc>
              <a:buNone/>
            </a:pPr>
            <a:r>
              <a:rPr sz="1300">
                <a:solidFill>
                  <a:srgbClr val="B8C3C1"/>
                </a:solidFill>
                <a:latin typeface="Courier New"/>
                <a:ea typeface="Courier New"/>
                <a:cs typeface="Courier New"/>
              </a:rPr>
              <a:t>✓ format · lint · strict typing</a:t>
            </a:r>
            <a:endParaRPr sz="1300"/>
          </a:p>
          <a:p xmlns:a="http://schemas.openxmlformats.org/drawingml/2006/main">
            <a:pPr marL="0" indent="0" algn="l">
              <a:lnSpc>
                <a:spcPts val="2236"/>
              </a:lnSpc>
              <a:buNone/>
            </a:pPr>
            <a:r>
              <a:rPr sz="1300">
                <a:solidFill>
                  <a:srgbClr val="B8C3C1"/>
                </a:solidFill>
                <a:latin typeface="Courier New"/>
                <a:ea typeface="Courier New"/>
                <a:cs typeface="Courier New"/>
              </a:rPr>
              <a:t>✓ tests across all six packages</a:t>
            </a:r>
            <a:endParaRPr sz="1300"/>
          </a:p>
          <a:p xmlns:a="http://schemas.openxmlformats.org/drawingml/2006/main">
            <a:pPr marL="0" indent="0" algn="l">
              <a:lnSpc>
                <a:spcPts val="2236"/>
              </a:lnSpc>
              <a:buNone/>
            </a:pPr>
            <a:r>
              <a:rPr sz="1300">
                <a:solidFill>
                  <a:srgbClr val="B8C3C1"/>
                </a:solidFill>
                <a:latin typeface="Courier New"/>
                <a:ea typeface="Courier New"/>
                <a:cs typeface="Courier New"/>
              </a:rPr>
              <a:t>✓ submission boundary audit</a:t>
            </a:r>
            <a:endParaRPr sz="1300"/>
          </a:p>
          <a:p xmlns:a="http://schemas.openxmlformats.org/drawingml/2006/main">
            <a:pPr marL="0" indent="0" algn="l">
              <a:lnSpc>
                <a:spcPts val="2236"/>
              </a:lnSpc>
              <a:buNone/>
            </a:pPr>
            <a:r>
              <a:rPr sz="1300">
                <a:solidFill>
                  <a:srgbClr val="B8C3C1"/>
                </a:solidFill>
                <a:latin typeface="Courier New"/>
                <a:ea typeface="Courier New"/>
                <a:cs typeface="Courier New"/>
              </a:rPr>
              <a:t>✓ two-tenant HTTP acceptance</a:t>
            </a:r>
            <a:endParaRPr sz="1300"/>
          </a:p>
        </p:txBody>
      </p:sp>
      <p:sp>
        <p:nvSpPr>
          <p:cNvPr id="10" name="TextBox 17">
            <a:extLst xmlns:a="http://schemas.openxmlformats.org/drawingml/2006/main">
              <a:ext uri="{FF2B5EF4-FFF2-40B4-BE49-F238E27FC236}">
                <a16:creationId xmlns:a16="http://schemas.microsoft.com/office/drawing/2014/main" id="{14922D6E-084D-4B35-BC5D-6A83C38964A5}"/>
              </a:ext>
            </a:extLst>
          </p:cNvPr>
          <p:cNvSpPr>
            <a:spLocks xmlns:a="http://schemas.openxmlformats.org/drawingml/2006/main" noGrp="1"/>
          </p:cNvSpPr>
          <p:nvPr/>
        </p:nvSpPr>
        <p:spPr>
          <a:xfrm xmlns:a="http://schemas.openxmlformats.org/drawingml/2006/main">
            <a:off x="850879" y="5295853"/>
            <a:ext cx="6514937" cy="596885"/>
          </a:xfrm>
          <a:prstGeom xmlns:a="http://schemas.openxmlformats.org/drawingml/2006/main" prst="roundRect">
            <a:avLst>
              <a:gd name="adj" fmla="val 25532"/>
            </a:avLst>
          </a:prstGeom>
          <a:solidFill xmlns:a="http://schemas.openxmlformats.org/drawingml/2006/main">
            <a:srgbClr val="00A99D">
              <a:alpha val="13000"/>
            </a:srgbClr>
          </a:solidFill>
          <a:ln xmlns:a="http://schemas.openxmlformats.org/drawingml/2006/main" w="6350">
            <a:solidFill>
              <a:srgbClr val="00A99D"/>
            </a:solidFill>
            <a:prstDash val="solid"/>
          </a:ln>
        </p:spPr>
        <p:txBody>
          <a:bodyPr xmlns:a="http://schemas.openxmlformats.org/drawingml/2006/main" wrap="square" lIns="190495" tIns="0" rIns="190495" bIns="0" anchor="ctr">
            <a:spAutoFit/>
          </a:bodyPr>
          <a:lstStyle xmlns:a="http://schemas.openxmlformats.org/drawingml/2006/main"/>
          <a:p xmlns:a="http://schemas.openxmlformats.org/drawingml/2006/main">
            <a:pPr marL="0" indent="0" algn="l">
              <a:buNone/>
            </a:pPr>
            <a:r>
              <a:rPr sz="1400">
                <a:solidFill>
                  <a:srgbClr val="FFFFFF"/>
                </a:solidFill>
                <a:latin typeface="Arial"/>
                <a:ea typeface="Arial"/>
                <a:cs typeface="Arial"/>
              </a:rPr>
              <a:t>No cloud account · no external LLM · deterministic fixtures</a:t>
            </a:r>
            <a:endParaRPr sz="1400"/>
          </a:p>
        </p:txBody>
      </p:sp>
      <p:sp>
        <p:nvSpPr>
          <p:cNvPr id="11" name="Shape 20">
            <a:extLst xmlns:a="http://schemas.openxmlformats.org/drawingml/2006/main">
              <a:ext uri="{FF2B5EF4-FFF2-40B4-BE49-F238E27FC236}">
                <a16:creationId xmlns:a16="http://schemas.microsoft.com/office/drawing/2014/main" id="{FE079833-5573-498A-AE65-A8A81352F346}"/>
              </a:ext>
            </a:extLst>
          </p:cNvPr>
          <p:cNvSpPr>
            <a:spLocks xmlns:a="http://schemas.openxmlformats.org/drawingml/2006/main" noGrp="1"/>
          </p:cNvSpPr>
          <p:nvPr/>
        </p:nvSpPr>
        <p:spPr>
          <a:xfrm xmlns:a="http://schemas.openxmlformats.org/drawingml/2006/main">
            <a:off x="8102397" y="2032035"/>
            <a:ext cx="3505112" cy="4127397"/>
          </a:xfrm>
          <a:prstGeom xmlns:a="http://schemas.openxmlformats.org/drawingml/2006/main" prst="roundRect">
            <a:avLst>
              <a:gd name="adj" fmla="val 7609"/>
            </a:avLst>
          </a:prstGeom>
          <a:solidFill xmlns:a="http://schemas.openxmlformats.org/drawingml/2006/main">
            <a:srgbClr val="F4F1EA"/>
          </a:solidFill>
          <a:ln xmlns:a="http://schemas.openxmlformats.org/drawingml/2006/main" w="6350">
            <a:solidFill>
              <a:srgbClr val="C8D3D1"/>
            </a:solidFill>
            <a:prstDash val="solid"/>
          </a:ln>
        </p:spPr>
      </p:sp>
      <p:sp>
        <p:nvSpPr>
          <p:cNvPr id="12" name="TextBox 22">
            <a:extLst xmlns:a="http://schemas.openxmlformats.org/drawingml/2006/main">
              <a:ext uri="{FF2B5EF4-FFF2-40B4-BE49-F238E27FC236}">
                <a16:creationId xmlns:a16="http://schemas.microsoft.com/office/drawing/2014/main" id="{815493AB-59D1-4F71-A57A-BB9558DB0BD0}"/>
              </a:ext>
            </a:extLst>
          </p:cNvPr>
          <p:cNvSpPr>
            <a:spLocks xmlns:a="http://schemas.openxmlformats.org/drawingml/2006/main" noGrp="1"/>
          </p:cNvSpPr>
          <p:nvPr/>
        </p:nvSpPr>
        <p:spPr>
          <a:xfrm xmlns:a="http://schemas.openxmlformats.org/drawingml/2006/main">
            <a:off x="8375441" y="2305078"/>
            <a:ext cx="2959026" cy="152396"/>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buNone/>
            </a:pPr>
            <a:r>
              <a:rPr sz="1050" b="1" spc="150">
                <a:solidFill>
                  <a:srgbClr val="00A99D"/>
                </a:solidFill>
                <a:latin typeface="Arial"/>
                <a:ea typeface="Arial"/>
                <a:cs typeface="Arial"/>
              </a:rPr>
              <a:t>REVIEWER EVIDENCE MAP</a:t>
            </a:r>
            <a:endParaRPr sz="1050"/>
          </a:p>
        </p:txBody>
      </p:sp>
      <p:sp>
        <p:nvSpPr>
          <p:cNvPr id="13" name="TextBox 24">
            <a:extLst xmlns:a="http://schemas.openxmlformats.org/drawingml/2006/main">
              <a:ext uri="{FF2B5EF4-FFF2-40B4-BE49-F238E27FC236}">
                <a16:creationId xmlns:a16="http://schemas.microsoft.com/office/drawing/2014/main" id="{5034E41D-E1C8-49D2-9A53-863EBB56E433}"/>
              </a:ext>
            </a:extLst>
          </p:cNvPr>
          <p:cNvSpPr>
            <a:spLocks xmlns:a="http://schemas.openxmlformats.org/drawingml/2006/main" noGrp="1"/>
          </p:cNvSpPr>
          <p:nvPr/>
        </p:nvSpPr>
        <p:spPr>
          <a:xfrm xmlns:a="http://schemas.openxmlformats.org/drawingml/2006/main">
            <a:off x="8375441" y="2762267"/>
            <a:ext cx="2959026" cy="232265"/>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lnSpc>
                <a:spcPts val="1829"/>
              </a:lnSpc>
              <a:buNone/>
            </a:pPr>
            <a:r>
              <a:rPr sz="1550" b="1">
                <a:solidFill>
                  <a:srgbClr val="162A2D"/>
                </a:solidFill>
                <a:latin typeface="Arial"/>
                <a:ea typeface="Arial"/>
                <a:cs typeface="Arial"/>
              </a:rPr>
              <a:t>Claim</a:t>
            </a:r>
            <a:endParaRPr sz="1550"/>
          </a:p>
        </p:txBody>
      </p:sp>
      <p:sp>
        <p:nvSpPr>
          <p:cNvPr id="14" name="TextBox 26">
            <a:extLst xmlns:a="http://schemas.openxmlformats.org/drawingml/2006/main">
              <a:ext uri="{FF2B5EF4-FFF2-40B4-BE49-F238E27FC236}">
                <a16:creationId xmlns:a16="http://schemas.microsoft.com/office/drawing/2014/main" id="{EFAA0E3E-CAB1-462B-90D9-E5703A4324FA}"/>
              </a:ext>
            </a:extLst>
          </p:cNvPr>
          <p:cNvSpPr>
            <a:spLocks xmlns:a="http://schemas.openxmlformats.org/drawingml/2006/main" noGrp="1"/>
          </p:cNvSpPr>
          <p:nvPr/>
        </p:nvSpPr>
        <p:spPr>
          <a:xfrm xmlns:a="http://schemas.openxmlformats.org/drawingml/2006/main">
            <a:off x="8375441" y="3045331"/>
            <a:ext cx="2959026" cy="184145"/>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buNone/>
            </a:pPr>
            <a:r>
              <a:rPr sz="1250">
                <a:solidFill>
                  <a:srgbClr val="5E6D6C"/>
                </a:solidFill>
                <a:latin typeface="Arial"/>
                <a:ea typeface="Arial"/>
                <a:cs typeface="Arial"/>
              </a:rPr>
              <a:t>“Answers are grounded.”</a:t>
            </a:r>
            <a:endParaRPr sz="1250"/>
          </a:p>
        </p:txBody>
      </p:sp>
      <p:sp>
        <p:nvSpPr>
          <p:cNvPr id="15" name="TextBox 28">
            <a:extLst xmlns:a="http://schemas.openxmlformats.org/drawingml/2006/main">
              <a:ext uri="{FF2B5EF4-FFF2-40B4-BE49-F238E27FC236}">
                <a16:creationId xmlns:a16="http://schemas.microsoft.com/office/drawing/2014/main" id="{89AF6E0B-EFB6-4860-B0FF-2FE5A4E4B189}"/>
              </a:ext>
            </a:extLst>
          </p:cNvPr>
          <p:cNvSpPr>
            <a:spLocks xmlns:a="http://schemas.openxmlformats.org/drawingml/2006/main" noGrp="1"/>
          </p:cNvSpPr>
          <p:nvPr/>
        </p:nvSpPr>
        <p:spPr>
          <a:xfrm xmlns:a="http://schemas.openxmlformats.org/drawingml/2006/main">
            <a:off x="8375441" y="3470770"/>
            <a:ext cx="2959026" cy="232265"/>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lnSpc>
                <a:spcPts val="1829"/>
              </a:lnSpc>
              <a:buNone/>
            </a:pPr>
            <a:r>
              <a:rPr sz="1550" b="1">
                <a:solidFill>
                  <a:srgbClr val="162A2D"/>
                </a:solidFill>
                <a:latin typeface="Arial"/>
                <a:ea typeface="Arial"/>
                <a:cs typeface="Arial"/>
              </a:rPr>
              <a:t>Implementation</a:t>
            </a:r>
            <a:endParaRPr sz="1550"/>
          </a:p>
        </p:txBody>
      </p:sp>
      <p:sp>
        <p:nvSpPr>
          <p:cNvPr id="16" name="TextBox 30">
            <a:extLst xmlns:a="http://schemas.openxmlformats.org/drawingml/2006/main">
              <a:ext uri="{FF2B5EF4-FFF2-40B4-BE49-F238E27FC236}">
                <a16:creationId xmlns:a16="http://schemas.microsoft.com/office/drawing/2014/main" id="{CB6CF010-82D0-4C45-801C-0799EC3F9413}"/>
              </a:ext>
            </a:extLst>
          </p:cNvPr>
          <p:cNvSpPr>
            <a:spLocks xmlns:a="http://schemas.openxmlformats.org/drawingml/2006/main" noGrp="1"/>
          </p:cNvSpPr>
          <p:nvPr/>
        </p:nvSpPr>
        <p:spPr>
          <a:xfrm xmlns:a="http://schemas.openxmlformats.org/drawingml/2006/main">
            <a:off x="8375441" y="3753834"/>
            <a:ext cx="2959026" cy="198433"/>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lnSpc>
                <a:spcPts val="1562"/>
              </a:lnSpc>
              <a:buNone/>
            </a:pPr>
            <a:r>
              <a:rPr sz="1250">
                <a:solidFill>
                  <a:srgbClr val="5E6D6C"/>
                </a:solidFill>
                <a:latin typeface="Arial"/>
                <a:ea typeface="Arial"/>
                <a:cs typeface="Arial"/>
              </a:rPr>
              <a:t>evidence.py · answering.py</a:t>
            </a:r>
            <a:endParaRPr sz="1250"/>
          </a:p>
        </p:txBody>
      </p:sp>
      <p:sp>
        <p:nvSpPr>
          <p:cNvPr id="17" name="TextBox 32">
            <a:extLst xmlns:a="http://schemas.openxmlformats.org/drawingml/2006/main">
              <a:ext uri="{FF2B5EF4-FFF2-40B4-BE49-F238E27FC236}">
                <a16:creationId xmlns:a16="http://schemas.microsoft.com/office/drawing/2014/main" id="{05709EB3-19D5-436B-A289-1AA13994C890}"/>
              </a:ext>
            </a:extLst>
          </p:cNvPr>
          <p:cNvSpPr>
            <a:spLocks xmlns:a="http://schemas.openxmlformats.org/drawingml/2006/main" noGrp="1"/>
          </p:cNvSpPr>
          <p:nvPr/>
        </p:nvSpPr>
        <p:spPr>
          <a:xfrm xmlns:a="http://schemas.openxmlformats.org/drawingml/2006/main">
            <a:off x="8375441" y="4193561"/>
            <a:ext cx="2959026" cy="232265"/>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lnSpc>
                <a:spcPts val="1829"/>
              </a:lnSpc>
              <a:buNone/>
            </a:pPr>
            <a:r>
              <a:rPr sz="1550" b="1">
                <a:solidFill>
                  <a:srgbClr val="162A2D"/>
                </a:solidFill>
                <a:latin typeface="Arial"/>
                <a:ea typeface="Arial"/>
                <a:cs typeface="Arial"/>
              </a:rPr>
              <a:t>Executable proof</a:t>
            </a:r>
            <a:endParaRPr sz="1550"/>
          </a:p>
        </p:txBody>
      </p:sp>
      <p:sp>
        <p:nvSpPr>
          <p:cNvPr id="18" name="TextBox 34">
            <a:extLst xmlns:a="http://schemas.openxmlformats.org/drawingml/2006/main">
              <a:ext uri="{FF2B5EF4-FFF2-40B4-BE49-F238E27FC236}">
                <a16:creationId xmlns:a16="http://schemas.microsoft.com/office/drawing/2014/main" id="{216CC40E-8A7D-4874-A970-1045F49F8627}"/>
              </a:ext>
            </a:extLst>
          </p:cNvPr>
          <p:cNvSpPr>
            <a:spLocks xmlns:a="http://schemas.openxmlformats.org/drawingml/2006/main" noGrp="1"/>
          </p:cNvSpPr>
          <p:nvPr/>
        </p:nvSpPr>
        <p:spPr>
          <a:xfrm xmlns:a="http://schemas.openxmlformats.org/drawingml/2006/main">
            <a:off x="8375441" y="4476625"/>
            <a:ext cx="2959026" cy="396865"/>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lnSpc>
                <a:spcPts val="1562"/>
              </a:lnSpc>
              <a:buNone/>
            </a:pPr>
            <a:r>
              <a:rPr sz="1250">
                <a:solidFill>
                  <a:srgbClr val="5E6D6C"/>
                </a:solidFill>
                <a:latin typeface="Arial"/>
                <a:ea typeface="Arial"/>
                <a:cs typeface="Arial"/>
              </a:rPr>
              <a:t>test_evidence.py</a:t>
            </a:r>
            <a:endParaRPr sz="1250"/>
          </a:p>
          <a:p xmlns:a="http://schemas.openxmlformats.org/drawingml/2006/main">
            <a:pPr marL="0" indent="0" algn="l">
              <a:lnSpc>
                <a:spcPts val="1562"/>
              </a:lnSpc>
              <a:buNone/>
            </a:pPr>
            <a:r>
              <a:rPr sz="1250">
                <a:solidFill>
                  <a:srgbClr val="5E6D6C"/>
                </a:solidFill>
                <a:latin typeface="Arial"/>
                <a:ea typeface="Arial"/>
                <a:cs typeface="Arial"/>
              </a:rPr>
              <a:t>test_answering.py</a:t>
            </a:r>
            <a:endParaRPr sz="1250"/>
          </a:p>
        </p:txBody>
      </p:sp>
      <p:pic>
        <p:nvPicPr>
          <p:cNvPr id="40" name="Picture 36"/>
          <p:cNvPicPr>
            <a:picLocks xmlns:a="http://schemas.openxmlformats.org/drawingml/2006/main" noChangeAspect="1"/>
          </p:cNvPicPr>
          <p:nvPr/>
        </p:nvPicPr>
        <p:blipFill>
          <a:blip xmlns:r="http://schemas.openxmlformats.org/officeDocument/2006/relationships" xmlns:a="http://schemas.openxmlformats.org/drawingml/2006/main" r:embed="R567ea27bedf34963">
            <a:extLst>
              <a:ext uri="{96DAC541-7B7A-43D3-8B79-37D633B846F1}">
                <asvg:svgBlip xmlns:asvg="http://schemas.microsoft.com/office/drawing/2016/SVG/main" r:embed="Raaae2a2e1bc14cd3"/>
              </a:ext>
            </a:extLst>
          </a:blip>
          <a:stretch xmlns:a="http://schemas.openxmlformats.org/drawingml/2006/main">
            <a:fillRect l="0" t="0" r="0" b="0"/>
          </a:stretch>
        </p:blipFill>
        <p:spPr>
          <a:xfrm xmlns:a="http://schemas.openxmlformats.org/drawingml/2006/main">
            <a:off x="8375441" y="5302203"/>
            <a:ext cx="2971726" cy="584185"/>
          </a:xfrm>
          <a:prstGeom xmlns:a="http://schemas.openxmlformats.org/drawingml/2006/main" prst="rect">
            <a:avLst/>
          </a:prstGeom>
        </p:spPr>
      </p:pic>
      <p:sp>
        <p:nvSpPr>
          <p:cNvPr id="20" name="TextBox 36">
            <a:extLst xmlns:a="http://schemas.openxmlformats.org/drawingml/2006/main">
              <a:ext uri="{FF2B5EF4-FFF2-40B4-BE49-F238E27FC236}">
                <a16:creationId xmlns:a16="http://schemas.microsoft.com/office/drawing/2014/main" id="{55592CE0-BC03-45E3-8F8A-B329E22EC369}"/>
              </a:ext>
            </a:extLst>
          </p:cNvPr>
          <p:cNvSpPr>
            <a:spLocks xmlns:a="http://schemas.openxmlformats.org/drawingml/2006/main" noGrp="1"/>
          </p:cNvSpPr>
          <p:nvPr/>
        </p:nvSpPr>
        <p:spPr>
          <a:xfrm xmlns:a="http://schemas.openxmlformats.org/drawingml/2006/main">
            <a:off x="8375441" y="5302203"/>
            <a:ext cx="2971726" cy="584185"/>
          </a:xfrm>
          <a:prstGeom xmlns:a="http://schemas.openxmlformats.org/drawingml/2006/main" prst="rect">
            <a:avLst/>
          </a:prstGeom>
          <a:noFill xmlns:a="http://schemas.openxmlformats.org/drawingml/2006/main"/>
        </p:spPr>
        <p:txBody>
          <a:bodyPr xmlns:a="http://schemas.openxmlformats.org/drawingml/2006/main" wrap="square" lIns="0" tIns="152396" rIns="0" bIns="0" anchor="t">
            <a:spAutoFit/>
          </a:bodyPr>
          <a:lstStyle xmlns:a="http://schemas.openxmlformats.org/drawingml/2006/main"/>
          <a:p xmlns:a="http://schemas.openxmlformats.org/drawingml/2006/main">
            <a:pPr marL="0" indent="0" algn="l">
              <a:lnSpc>
                <a:spcPts val="1500"/>
              </a:lnSpc>
              <a:buNone/>
            </a:pPr>
            <a:r>
              <a:rPr sz="1200">
                <a:solidFill>
                  <a:srgbClr val="00A99D"/>
                </a:solidFill>
                <a:latin typeface="Arial"/>
                <a:ea typeface="Arial"/>
                <a:cs typeface="Arial"/>
              </a:rPr>
              <a:t>Every major claim has the same three-part trail.</a:t>
            </a:r>
            <a:endParaRPr sz="1200"/>
          </a:p>
        </p:txBody>
      </p:sp>
      <p:sp>
        <p:nvSpPr>
          <p:cNvPr id="21" name="TextBox 39">
            <a:extLst xmlns:a="http://schemas.openxmlformats.org/drawingml/2006/main">
              <a:ext uri="{FF2B5EF4-FFF2-40B4-BE49-F238E27FC236}">
                <a16:creationId xmlns:a16="http://schemas.microsoft.com/office/drawing/2014/main" id="{3AB766FF-CE62-4D91-B957-C6A0978A1912}"/>
              </a:ext>
            </a:extLst>
          </p:cNvPr>
          <p:cNvSpPr>
            <a:spLocks xmlns:a="http://schemas.openxmlformats.org/drawingml/2006/main" noGrp="1"/>
          </p:cNvSpPr>
          <p:nvPr/>
        </p:nvSpPr>
        <p:spPr>
          <a:xfrm xmlns:a="http://schemas.openxmlformats.org/drawingml/2006/main">
            <a:off x="11099523" y="6362627"/>
            <a:ext cx="507987" cy="253994"/>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r">
              <a:buNone/>
            </a:pPr>
            <a:r>
              <a:rPr sz="1200">
                <a:solidFill>
                  <a:srgbClr val="00A99D"/>
                </a:solidFill>
                <a:latin typeface="Arial"/>
                <a:ea typeface="Arial"/>
                <a:cs typeface="Arial"/>
              </a:rPr>
              <a:t>14</a:t>
            </a:r>
            <a:endParaRPr sz="1200"/>
          </a:p>
        </p:txBody>
      </p:sp>
    </p:spTree>
    <p:extLst>
      <p:ext uri="{BB962C8B-B14F-4D97-AF65-F5344CB8AC3E}">
        <p14:creationId xmlns:p14="http://schemas.microsoft.com/office/powerpoint/2010/main" val="1282133250"/>
      </p:ext>
    </p:extLst>
  </p:cSld>
</p:sld>
</file>

<file path=ppt/slides/slide15.xml><?xml version="1.0" encoding="utf-8"?>
<p:sld xmlns:p="http://schemas.openxmlformats.org/presentationml/2006/main">
  <p:cSld>
    <p:spTree>
      <p:nvGrpSpPr>
        <p:cNvPr id="1" name=""/>
        <p:cNvGrpSpPr/>
        <p:nvPr/>
      </p:nvGrpSpPr>
      <p:grpSpPr>
        <a:xfrm xmlns:a="http://schemas.openxmlformats.org/drawingml/2006/main"/>
      </p:grpSpPr>
      <p:sp>
        <p:nvSpPr>
          <p:cNvPr id="2" name="Shape 1">
            <a:extLst xmlns:a="http://schemas.openxmlformats.org/drawingml/2006/main">
              <a:ext uri="{FF2B5EF4-FFF2-40B4-BE49-F238E27FC236}">
                <a16:creationId xmlns:a16="http://schemas.microsoft.com/office/drawing/2014/main" id="{45ED79E2-A4CF-4EC2-9277-7C3B4939E6B3}"/>
              </a:ext>
            </a:extLst>
          </p:cNvPr>
          <p:cNvSpPr>
            <a:spLocks xmlns:a="http://schemas.openxmlformats.org/drawingml/2006/main" noGrp="1"/>
          </p:cNvSpPr>
          <p:nvPr/>
        </p:nvSpPr>
        <p:spPr>
          <a:xfrm xmlns:a="http://schemas.openxmlformats.org/drawingml/2006/main">
            <a:off x="0" y="86"/>
            <a:ext cx="12191695" cy="6857829"/>
          </a:xfrm>
          <a:prstGeom xmlns:a="http://schemas.openxmlformats.org/drawingml/2006/main" prst="rect">
            <a:avLst/>
          </a:prstGeom>
          <a:solidFill xmlns:a="http://schemas.openxmlformats.org/drawingml/2006/main">
            <a:srgbClr val="F4F1EA"/>
          </a:solidFill>
        </p:spPr>
      </p:sp>
      <p:sp>
        <p:nvSpPr>
          <p:cNvPr id="3" name="TextBox 3">
            <a:extLst xmlns:a="http://schemas.openxmlformats.org/drawingml/2006/main">
              <a:ext uri="{FF2B5EF4-FFF2-40B4-BE49-F238E27FC236}">
                <a16:creationId xmlns:a16="http://schemas.microsoft.com/office/drawing/2014/main" id="{1C05B9DD-2F16-4283-9410-4984D9BD9D08}"/>
              </a:ext>
            </a:extLst>
          </p:cNvPr>
          <p:cNvSpPr>
            <a:spLocks xmlns:a="http://schemas.openxmlformats.org/drawingml/2006/main" noGrp="1"/>
          </p:cNvSpPr>
          <p:nvPr/>
        </p:nvSpPr>
        <p:spPr>
          <a:xfrm xmlns:a="http://schemas.openxmlformats.org/drawingml/2006/main">
            <a:off x="584185" y="457274"/>
            <a:ext cx="2666933" cy="215895"/>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buNone/>
            </a:pPr>
            <a:r>
              <a:rPr sz="1000" b="1" spc="200">
                <a:solidFill>
                  <a:srgbClr val="00A99D"/>
                </a:solidFill>
                <a:latin typeface="Arial"/>
                <a:ea typeface="Arial"/>
                <a:cs typeface="Arial"/>
              </a:rPr>
              <a:t>PRODUCTION JUDGMENT</a:t>
            </a:r>
            <a:endParaRPr sz="1000"/>
          </a:p>
        </p:txBody>
      </p:sp>
      <p:sp>
        <p:nvSpPr>
          <p:cNvPr id="4" name="TextBox 5">
            <a:extLst xmlns:a="http://schemas.openxmlformats.org/drawingml/2006/main">
              <a:ext uri="{FF2B5EF4-FFF2-40B4-BE49-F238E27FC236}">
                <a16:creationId xmlns:a16="http://schemas.microsoft.com/office/drawing/2014/main" id="{FDBDEB30-423F-4BCC-8A61-94D4C19F9103}"/>
              </a:ext>
            </a:extLst>
          </p:cNvPr>
          <p:cNvSpPr>
            <a:spLocks xmlns:a="http://schemas.openxmlformats.org/drawingml/2006/main" noGrp="1"/>
          </p:cNvSpPr>
          <p:nvPr/>
        </p:nvSpPr>
        <p:spPr>
          <a:xfrm xmlns:a="http://schemas.openxmlformats.org/drawingml/2006/main">
            <a:off x="584185" y="812865"/>
            <a:ext cx="9588260" cy="698483"/>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lnSpc>
                <a:spcPts val="3672"/>
              </a:lnSpc>
              <a:buNone/>
            </a:pPr>
            <a:r>
              <a:rPr sz="3400" spc="-150">
                <a:solidFill>
                  <a:srgbClr val="162A2D"/>
                </a:solidFill>
                <a:latin typeface="Arial"/>
                <a:ea typeface="Arial"/>
                <a:cs typeface="Arial"/>
              </a:rPr>
              <a:t>Production-minded ≠ production-pretend</a:t>
            </a:r>
            <a:endParaRPr sz="3400"/>
          </a:p>
        </p:txBody>
      </p:sp>
      <p:sp>
        <p:nvSpPr>
          <p:cNvPr id="5" name="Shape 7">
            <a:extLst xmlns:a="http://schemas.openxmlformats.org/drawingml/2006/main">
              <a:ext uri="{FF2B5EF4-FFF2-40B4-BE49-F238E27FC236}">
                <a16:creationId xmlns:a16="http://schemas.microsoft.com/office/drawing/2014/main" id="{5EC8A37C-11B1-4CE1-ABA2-7075C5ECA952}"/>
              </a:ext>
            </a:extLst>
          </p:cNvPr>
          <p:cNvSpPr>
            <a:spLocks xmlns:a="http://schemas.openxmlformats.org/drawingml/2006/main" noGrp="1"/>
          </p:cNvSpPr>
          <p:nvPr/>
        </p:nvSpPr>
        <p:spPr>
          <a:xfrm xmlns:a="http://schemas.openxmlformats.org/drawingml/2006/main">
            <a:off x="584185" y="2032035"/>
            <a:ext cx="11023324" cy="4127397"/>
          </a:xfrm>
          <a:prstGeom xmlns:a="http://schemas.openxmlformats.org/drawingml/2006/main" prst="rect">
            <a:avLst/>
          </a:prstGeom>
          <a:noFill xmlns:a="http://schemas.openxmlformats.org/drawingml/2006/main"/>
        </p:spPr>
      </p:sp>
      <p:pic>
        <p:nvPicPr>
          <p:cNvPr id="22" name="Picture 7"/>
          <p:cNvPicPr>
            <a:picLocks xmlns:a="http://schemas.openxmlformats.org/drawingml/2006/main" noChangeAspect="1"/>
          </p:cNvPicPr>
          <p:nvPr/>
        </p:nvPicPr>
        <p:blipFill>
          <a:blip xmlns:r="http://schemas.openxmlformats.org/officeDocument/2006/relationships" xmlns:a="http://schemas.openxmlformats.org/drawingml/2006/main" r:embed="Re71d4d78600641ee">
            <a:extLst>
              <a:ext uri="{96DAC541-7B7A-43D3-8B79-37D633B846F1}">
                <asvg:svgBlip xmlns:asvg="http://schemas.microsoft.com/office/drawing/2016/SVG/main" r:embed="Rf86b926443174e8b"/>
              </a:ext>
            </a:extLst>
          </a:blip>
          <a:stretch xmlns:a="http://schemas.openxmlformats.org/drawingml/2006/main">
            <a:fillRect l="0" t="0" r="0" b="0"/>
          </a:stretch>
        </p:blipFill>
        <p:spPr>
          <a:xfrm xmlns:a="http://schemas.openxmlformats.org/drawingml/2006/main">
            <a:off x="584185" y="2032035"/>
            <a:ext cx="11023324" cy="4127397"/>
          </a:xfrm>
          <a:prstGeom xmlns:a="http://schemas.openxmlformats.org/drawingml/2006/main" prst="rect">
            <a:avLst/>
          </a:prstGeom>
        </p:spPr>
      </p:pic>
      <p:sp>
        <p:nvSpPr>
          <p:cNvPr id="7" name="Shape 9">
            <a:extLst xmlns:a="http://schemas.openxmlformats.org/drawingml/2006/main">
              <a:ext uri="{FF2B5EF4-FFF2-40B4-BE49-F238E27FC236}">
                <a16:creationId xmlns:a16="http://schemas.microsoft.com/office/drawing/2014/main" id="{5E364B1D-5E7C-4538-AE1C-21BD821F75CA}"/>
              </a:ext>
            </a:extLst>
          </p:cNvPr>
          <p:cNvSpPr>
            <a:spLocks xmlns:a="http://schemas.openxmlformats.org/drawingml/2006/main" noGrp="1"/>
          </p:cNvSpPr>
          <p:nvPr/>
        </p:nvSpPr>
        <p:spPr>
          <a:xfrm xmlns:a="http://schemas.openxmlformats.org/drawingml/2006/main">
            <a:off x="584185" y="2044735"/>
            <a:ext cx="11023324" cy="1365216"/>
          </a:xfrm>
          <a:prstGeom xmlns:a="http://schemas.openxmlformats.org/drawingml/2006/main" prst="rect">
            <a:avLst/>
          </a:prstGeom>
          <a:solidFill xmlns:a="http://schemas.openxmlformats.org/drawingml/2006/main">
            <a:srgbClr val="FFFFFF"/>
          </a:solidFill>
        </p:spPr>
      </p:sp>
      <p:sp>
        <p:nvSpPr>
          <p:cNvPr id="8" name="TextBox 11">
            <a:extLst xmlns:a="http://schemas.openxmlformats.org/drawingml/2006/main">
              <a:ext uri="{FF2B5EF4-FFF2-40B4-BE49-F238E27FC236}">
                <a16:creationId xmlns:a16="http://schemas.microsoft.com/office/drawing/2014/main" id="{D8DB44B4-018C-47CC-A13C-1368B6C071EC}"/>
              </a:ext>
            </a:extLst>
          </p:cNvPr>
          <p:cNvSpPr>
            <a:spLocks xmlns:a="http://schemas.openxmlformats.org/drawingml/2006/main" noGrp="1"/>
          </p:cNvSpPr>
          <p:nvPr/>
        </p:nvSpPr>
        <p:spPr>
          <a:xfrm xmlns:a="http://schemas.openxmlformats.org/drawingml/2006/main">
            <a:off x="584185" y="2524148"/>
            <a:ext cx="2285943" cy="406390"/>
          </a:xfrm>
          <a:prstGeom xmlns:a="http://schemas.openxmlformats.org/drawingml/2006/main" prst="rect">
            <a:avLst/>
          </a:prstGeom>
          <a:noFill xmlns:a="http://schemas.openxmlformats.org/drawingml/2006/main"/>
        </p:spPr>
        <p:txBody>
          <a:bodyPr xmlns:a="http://schemas.openxmlformats.org/drawingml/2006/main" wrap="square" lIns="241294" tIns="0" rIns="0" bIns="0" anchor="t">
            <a:spAutoFit/>
          </a:bodyPr>
          <a:lstStyle xmlns:a="http://schemas.openxmlformats.org/drawingml/2006/main"/>
          <a:p xmlns:a="http://schemas.openxmlformats.org/drawingml/2006/main">
            <a:pPr marL="0" indent="0" algn="l">
              <a:buNone/>
            </a:pPr>
            <a:r>
              <a:rPr sz="1400" b="1" spc="150">
                <a:solidFill>
                  <a:srgbClr val="00A99D"/>
                </a:solidFill>
                <a:latin typeface="Arial"/>
                <a:ea typeface="Arial"/>
                <a:cs typeface="Arial"/>
              </a:rPr>
              <a:t>IMPLEMENTED NOW</a:t>
            </a:r>
            <a:endParaRPr sz="1400"/>
          </a:p>
        </p:txBody>
      </p:sp>
      <p:sp>
        <p:nvSpPr>
          <p:cNvPr id="9" name="TextBox 13">
            <a:extLst xmlns:a="http://schemas.openxmlformats.org/drawingml/2006/main">
              <a:ext uri="{FF2B5EF4-FFF2-40B4-BE49-F238E27FC236}">
                <a16:creationId xmlns:a16="http://schemas.microsoft.com/office/drawing/2014/main" id="{4B9428F5-1ACB-4307-A0C0-A9326C46E2C0}"/>
              </a:ext>
            </a:extLst>
          </p:cNvPr>
          <p:cNvSpPr>
            <a:spLocks xmlns:a="http://schemas.openxmlformats.org/drawingml/2006/main" noGrp="1"/>
          </p:cNvSpPr>
          <p:nvPr/>
        </p:nvSpPr>
        <p:spPr>
          <a:xfrm xmlns:a="http://schemas.openxmlformats.org/drawingml/2006/main">
            <a:off x="2870128" y="2444477"/>
            <a:ext cx="8191295" cy="565731"/>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lnSpc>
                <a:spcPts val="2227"/>
              </a:lnSpc>
              <a:buNone/>
            </a:pPr>
            <a:r>
              <a:rPr sz="1650">
                <a:solidFill>
                  <a:srgbClr val="162A2D"/>
                </a:solidFill>
                <a:latin typeface="Arial"/>
                <a:ea typeface="Arial"/>
                <a:cs typeface="Arial"/>
              </a:rPr>
              <a:t>Bounded evidence agent · durable tenant API · managed queue/state · Terraform · keyless delivery · reproducible ML packages</a:t>
            </a:r>
            <a:endParaRPr sz="1650"/>
          </a:p>
        </p:txBody>
      </p:sp>
      <p:sp>
        <p:nvSpPr>
          <p:cNvPr id="10" name="TextBox 18">
            <a:extLst xmlns:a="http://schemas.openxmlformats.org/drawingml/2006/main">
              <a:ext uri="{FF2B5EF4-FFF2-40B4-BE49-F238E27FC236}">
                <a16:creationId xmlns:a16="http://schemas.microsoft.com/office/drawing/2014/main" id="{329C86DA-9657-4325-B576-55C19B7FBCBF}"/>
              </a:ext>
            </a:extLst>
          </p:cNvPr>
          <p:cNvSpPr>
            <a:spLocks xmlns:a="http://schemas.openxmlformats.org/drawingml/2006/main" noGrp="1"/>
          </p:cNvSpPr>
          <p:nvPr/>
        </p:nvSpPr>
        <p:spPr>
          <a:xfrm xmlns:a="http://schemas.openxmlformats.org/drawingml/2006/main">
            <a:off x="584185" y="3990961"/>
            <a:ext cx="2285943" cy="203195"/>
          </a:xfrm>
          <a:prstGeom xmlns:a="http://schemas.openxmlformats.org/drawingml/2006/main" prst="rect">
            <a:avLst/>
          </a:prstGeom>
          <a:noFill xmlns:a="http://schemas.openxmlformats.org/drawingml/2006/main"/>
        </p:spPr>
        <p:txBody>
          <a:bodyPr xmlns:a="http://schemas.openxmlformats.org/drawingml/2006/main" wrap="square" lIns="241294" tIns="0" rIns="0" bIns="0" anchor="t">
            <a:spAutoFit/>
          </a:bodyPr>
          <a:lstStyle xmlns:a="http://schemas.openxmlformats.org/drawingml/2006/main"/>
          <a:p xmlns:a="http://schemas.openxmlformats.org/drawingml/2006/main">
            <a:pPr marL="0" indent="0" algn="l">
              <a:buNone/>
            </a:pPr>
            <a:r>
              <a:rPr sz="1400" b="1" spc="150">
                <a:solidFill>
                  <a:srgbClr val="00A99D"/>
                </a:solidFill>
                <a:latin typeface="Arial"/>
                <a:ea typeface="Arial"/>
                <a:cs typeface="Arial"/>
              </a:rPr>
              <a:t>GATED NEXT</a:t>
            </a:r>
            <a:endParaRPr sz="1400"/>
          </a:p>
        </p:txBody>
      </p:sp>
      <p:sp>
        <p:nvSpPr>
          <p:cNvPr id="11" name="TextBox 20">
            <a:extLst xmlns:a="http://schemas.openxmlformats.org/drawingml/2006/main">
              <a:ext uri="{FF2B5EF4-FFF2-40B4-BE49-F238E27FC236}">
                <a16:creationId xmlns:a16="http://schemas.microsoft.com/office/drawing/2014/main" id="{EE83D353-745D-4568-A587-2B40F40A8781}"/>
              </a:ext>
            </a:extLst>
          </p:cNvPr>
          <p:cNvSpPr>
            <a:spLocks xmlns:a="http://schemas.openxmlformats.org/drawingml/2006/main" noGrp="1"/>
          </p:cNvSpPr>
          <p:nvPr/>
        </p:nvSpPr>
        <p:spPr>
          <a:xfrm xmlns:a="http://schemas.openxmlformats.org/drawingml/2006/main">
            <a:off x="2870128" y="3809693"/>
            <a:ext cx="8191295" cy="565731"/>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lnSpc>
                <a:spcPts val="2227"/>
              </a:lnSpc>
              <a:buNone/>
            </a:pPr>
            <a:r>
              <a:rPr sz="1650">
                <a:solidFill>
                  <a:srgbClr val="162A2D"/>
                </a:solidFill>
                <a:latin typeface="Arial"/>
                <a:ea typeface="Arial"/>
                <a:cs typeface="Arial"/>
              </a:rPr>
              <a:t>Approved model plane · business loss function · calibrated probabilities · structured fitment · SLOs · drift and quality monitoring</a:t>
            </a:r>
            <a:endParaRPr sz="1650"/>
          </a:p>
        </p:txBody>
      </p:sp>
      <p:sp>
        <p:nvSpPr>
          <p:cNvPr id="12" name="Shape 23">
            <a:extLst xmlns:a="http://schemas.openxmlformats.org/drawingml/2006/main">
              <a:ext uri="{FF2B5EF4-FFF2-40B4-BE49-F238E27FC236}">
                <a16:creationId xmlns:a16="http://schemas.microsoft.com/office/drawing/2014/main" id="{DD56CFA5-65F4-4A97-A2CA-80B5938F348D}"/>
              </a:ext>
            </a:extLst>
          </p:cNvPr>
          <p:cNvSpPr>
            <a:spLocks xmlns:a="http://schemas.openxmlformats.org/drawingml/2006/main" noGrp="1"/>
          </p:cNvSpPr>
          <p:nvPr/>
        </p:nvSpPr>
        <p:spPr>
          <a:xfrm xmlns:a="http://schemas.openxmlformats.org/drawingml/2006/main">
            <a:off x="584185" y="4775166"/>
            <a:ext cx="11023324" cy="1396965"/>
          </a:xfrm>
          <a:prstGeom xmlns:a="http://schemas.openxmlformats.org/drawingml/2006/main" prst="rect">
            <a:avLst/>
          </a:prstGeom>
          <a:solidFill xmlns:a="http://schemas.openxmlformats.org/drawingml/2006/main">
            <a:srgbClr val="162A2D"/>
          </a:solidFill>
        </p:spPr>
      </p:sp>
      <p:sp>
        <p:nvSpPr>
          <p:cNvPr id="13" name="TextBox 25">
            <a:extLst xmlns:a="http://schemas.openxmlformats.org/drawingml/2006/main">
              <a:ext uri="{FF2B5EF4-FFF2-40B4-BE49-F238E27FC236}">
                <a16:creationId xmlns:a16="http://schemas.microsoft.com/office/drawing/2014/main" id="{6C56B4AC-F6F7-4D29-9FF4-CB57397DBDDE}"/>
              </a:ext>
            </a:extLst>
          </p:cNvPr>
          <p:cNvSpPr>
            <a:spLocks xmlns:a="http://schemas.openxmlformats.org/drawingml/2006/main" noGrp="1"/>
          </p:cNvSpPr>
          <p:nvPr/>
        </p:nvSpPr>
        <p:spPr>
          <a:xfrm xmlns:a="http://schemas.openxmlformats.org/drawingml/2006/main">
            <a:off x="584185" y="5372051"/>
            <a:ext cx="2285943" cy="203195"/>
          </a:xfrm>
          <a:prstGeom xmlns:a="http://schemas.openxmlformats.org/drawingml/2006/main" prst="rect">
            <a:avLst/>
          </a:prstGeom>
          <a:noFill xmlns:a="http://schemas.openxmlformats.org/drawingml/2006/main"/>
        </p:spPr>
        <p:txBody>
          <a:bodyPr xmlns:a="http://schemas.openxmlformats.org/drawingml/2006/main" wrap="square" lIns="241294" tIns="0" rIns="0" bIns="0" anchor="t">
            <a:spAutoFit/>
          </a:bodyPr>
          <a:lstStyle xmlns:a="http://schemas.openxmlformats.org/drawingml/2006/main"/>
          <a:p xmlns:a="http://schemas.openxmlformats.org/drawingml/2006/main">
            <a:pPr marL="0" indent="0" algn="l">
              <a:buNone/>
            </a:pPr>
            <a:r>
              <a:rPr sz="1400" b="1" spc="150">
                <a:solidFill>
                  <a:srgbClr val="00A99D"/>
                </a:solidFill>
                <a:latin typeface="Arial"/>
                <a:ea typeface="Arial"/>
                <a:cs typeface="Arial"/>
              </a:rPr>
              <a:t>NOT CLAIMED</a:t>
            </a:r>
            <a:endParaRPr sz="1400"/>
          </a:p>
        </p:txBody>
      </p:sp>
      <p:sp>
        <p:nvSpPr>
          <p:cNvPr id="14" name="TextBox 27">
            <a:extLst xmlns:a="http://schemas.openxmlformats.org/drawingml/2006/main">
              <a:ext uri="{FF2B5EF4-FFF2-40B4-BE49-F238E27FC236}">
                <a16:creationId xmlns:a16="http://schemas.microsoft.com/office/drawing/2014/main" id="{127B45D4-8507-4E80-88B5-00E68994D5C6}"/>
              </a:ext>
            </a:extLst>
          </p:cNvPr>
          <p:cNvSpPr>
            <a:spLocks xmlns:a="http://schemas.openxmlformats.org/drawingml/2006/main" noGrp="1"/>
          </p:cNvSpPr>
          <p:nvPr/>
        </p:nvSpPr>
        <p:spPr>
          <a:xfrm xmlns:a="http://schemas.openxmlformats.org/drawingml/2006/main">
            <a:off x="2870128" y="5190783"/>
            <a:ext cx="8191295" cy="565731"/>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lnSpc>
                <a:spcPts val="2227"/>
              </a:lnSpc>
              <a:buNone/>
            </a:pPr>
            <a:r>
              <a:rPr sz="1650">
                <a:solidFill>
                  <a:srgbClr val="FFFFFF"/>
                </a:solidFill>
                <a:latin typeface="Arial"/>
                <a:ea typeface="Arial"/>
                <a:cs typeface="Arial"/>
              </a:rPr>
              <a:t>Enterprise load proof · production model approval · global HA · causal failure drivers · electrical compatibility from text alone</a:t>
            </a:r>
            <a:endParaRPr sz="1650"/>
          </a:p>
        </p:txBody>
      </p:sp>
      <p:sp>
        <p:nvSpPr>
          <p:cNvPr id="15" name="TextBox 31">
            <a:extLst xmlns:a="http://schemas.openxmlformats.org/drawingml/2006/main">
              <a:ext uri="{FF2B5EF4-FFF2-40B4-BE49-F238E27FC236}">
                <a16:creationId xmlns:a16="http://schemas.microsoft.com/office/drawing/2014/main" id="{0BB9B2E2-0374-4BF9-BE2E-C7729051163B}"/>
              </a:ext>
            </a:extLst>
          </p:cNvPr>
          <p:cNvSpPr>
            <a:spLocks xmlns:a="http://schemas.openxmlformats.org/drawingml/2006/main" noGrp="1"/>
          </p:cNvSpPr>
          <p:nvPr/>
        </p:nvSpPr>
        <p:spPr>
          <a:xfrm xmlns:a="http://schemas.openxmlformats.org/drawingml/2006/main">
            <a:off x="584185" y="6311828"/>
            <a:ext cx="8953276" cy="266693"/>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buNone/>
            </a:pPr>
            <a:r>
              <a:rPr sz="1200">
                <a:solidFill>
                  <a:srgbClr val="5E6D6C"/>
                </a:solidFill>
                <a:latin typeface="Arial"/>
                <a:ea typeface="Arial"/>
                <a:cs typeface="Arial"/>
              </a:rPr>
              <a:t>A senior engineer protects the roadmap from claims the evidence cannot support.</a:t>
            </a:r>
            <a:endParaRPr sz="1200"/>
          </a:p>
        </p:txBody>
      </p:sp>
      <p:sp>
        <p:nvSpPr>
          <p:cNvPr id="16" name="TextBox 33">
            <a:extLst xmlns:a="http://schemas.openxmlformats.org/drawingml/2006/main">
              <a:ext uri="{FF2B5EF4-FFF2-40B4-BE49-F238E27FC236}">
                <a16:creationId xmlns:a16="http://schemas.microsoft.com/office/drawing/2014/main" id="{45BAF27C-C37A-4F8F-A6BF-16CCC5F116F3}"/>
              </a:ext>
            </a:extLst>
          </p:cNvPr>
          <p:cNvSpPr>
            <a:spLocks xmlns:a="http://schemas.openxmlformats.org/drawingml/2006/main" noGrp="1"/>
          </p:cNvSpPr>
          <p:nvPr/>
        </p:nvSpPr>
        <p:spPr>
          <a:xfrm xmlns:a="http://schemas.openxmlformats.org/drawingml/2006/main">
            <a:off x="11099523" y="6349927"/>
            <a:ext cx="507987" cy="253994"/>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r">
              <a:buNone/>
            </a:pPr>
            <a:r>
              <a:rPr sz="1200">
                <a:solidFill>
                  <a:srgbClr val="00A99D"/>
                </a:solidFill>
                <a:latin typeface="Arial"/>
                <a:ea typeface="Arial"/>
                <a:cs typeface="Arial"/>
              </a:rPr>
              <a:t>15</a:t>
            </a:r>
            <a:endParaRPr sz="1200"/>
          </a:p>
        </p:txBody>
      </p:sp>
    </p:spTree>
    <p:extLst>
      <p:ext uri="{BB962C8B-B14F-4D97-AF65-F5344CB8AC3E}">
        <p14:creationId xmlns:p14="http://schemas.microsoft.com/office/powerpoint/2010/main" val="21995583"/>
      </p:ext>
    </p:extLst>
  </p:cSld>
</p:sld>
</file>

<file path=ppt/slides/slide16.xml><?xml version="1.0" encoding="utf-8"?>
<p:sld xmlns:p="http://schemas.openxmlformats.org/presentationml/2006/main">
  <p:cSld>
    <p:spTree>
      <p:nvGrpSpPr>
        <p:cNvPr id="1" name=""/>
        <p:cNvGrpSpPr/>
        <p:nvPr/>
      </p:nvGrpSpPr>
      <p:grpSpPr>
        <a:xfrm xmlns:a="http://schemas.openxmlformats.org/drawingml/2006/main"/>
      </p:grpSpPr>
      <p:sp>
        <p:nvSpPr>
          <p:cNvPr id="2" name="Shape 1">
            <a:extLst xmlns:a="http://schemas.openxmlformats.org/drawingml/2006/main">
              <a:ext uri="{FF2B5EF4-FFF2-40B4-BE49-F238E27FC236}">
                <a16:creationId xmlns:a16="http://schemas.microsoft.com/office/drawing/2014/main" id="{061EEE66-F9F2-4EA5-92A2-D87C92B8B32A}"/>
              </a:ext>
            </a:extLst>
          </p:cNvPr>
          <p:cNvSpPr>
            <a:spLocks xmlns:a="http://schemas.openxmlformats.org/drawingml/2006/main" noGrp="1"/>
          </p:cNvSpPr>
          <p:nvPr/>
        </p:nvSpPr>
        <p:spPr>
          <a:xfrm xmlns:a="http://schemas.openxmlformats.org/drawingml/2006/main">
            <a:off x="0" y="86"/>
            <a:ext cx="12191695" cy="6857829"/>
          </a:xfrm>
          <a:prstGeom xmlns:a="http://schemas.openxmlformats.org/drawingml/2006/main" prst="rect">
            <a:avLst/>
          </a:prstGeom>
          <a:solidFill xmlns:a="http://schemas.openxmlformats.org/drawingml/2006/main">
            <a:srgbClr val="162A2D"/>
          </a:solidFill>
        </p:spPr>
      </p:sp>
      <p:sp>
        <p:nvSpPr>
          <p:cNvPr id="3" name="TextBox 3">
            <a:extLst xmlns:a="http://schemas.openxmlformats.org/drawingml/2006/main">
              <a:ext uri="{FF2B5EF4-FFF2-40B4-BE49-F238E27FC236}">
                <a16:creationId xmlns:a16="http://schemas.microsoft.com/office/drawing/2014/main" id="{796EA15B-E41D-443A-B20A-7A68B2F256DB}"/>
              </a:ext>
            </a:extLst>
          </p:cNvPr>
          <p:cNvSpPr>
            <a:spLocks xmlns:a="http://schemas.openxmlformats.org/drawingml/2006/main" noGrp="1"/>
          </p:cNvSpPr>
          <p:nvPr/>
        </p:nvSpPr>
        <p:spPr>
          <a:xfrm xmlns:a="http://schemas.openxmlformats.org/drawingml/2006/main">
            <a:off x="584185" y="457274"/>
            <a:ext cx="2603435" cy="215895"/>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buNone/>
            </a:pPr>
            <a:r>
              <a:rPr sz="1000" b="1" spc="200">
                <a:solidFill>
                  <a:srgbClr val="00A99D"/>
                </a:solidFill>
                <a:latin typeface="Arial"/>
                <a:ea typeface="Arial"/>
                <a:cs typeface="Arial"/>
              </a:rPr>
              <a:t>WHY I WOULD HIRE THIS ENGINEER</a:t>
            </a:r>
            <a:endParaRPr sz="1000"/>
          </a:p>
        </p:txBody>
      </p:sp>
      <p:sp>
        <p:nvSpPr>
          <p:cNvPr id="4" name="TextBox 7">
            <a:extLst xmlns:a="http://schemas.openxmlformats.org/drawingml/2006/main">
              <a:ext uri="{FF2B5EF4-FFF2-40B4-BE49-F238E27FC236}">
                <a16:creationId xmlns:a16="http://schemas.microsoft.com/office/drawing/2014/main" id="{E728F154-08C0-481C-90AA-C6E5E3CBBD46}"/>
              </a:ext>
            </a:extLst>
          </p:cNvPr>
          <p:cNvSpPr>
            <a:spLocks xmlns:a="http://schemas.openxmlformats.org/drawingml/2006/main" noGrp="1"/>
          </p:cNvSpPr>
          <p:nvPr/>
        </p:nvSpPr>
        <p:spPr>
          <a:xfrm xmlns:a="http://schemas.openxmlformats.org/drawingml/2006/main">
            <a:off x="584185" y="1079559"/>
            <a:ext cx="9016775" cy="1217582"/>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lnSpc>
                <a:spcPts val="4794"/>
              </a:lnSpc>
              <a:buNone/>
            </a:pPr>
            <a:r>
              <a:rPr sz="4700" spc="-250">
                <a:solidFill>
                  <a:srgbClr val="FFFFFF"/>
                </a:solidFill>
                <a:latin typeface="Arial"/>
                <a:ea typeface="Arial"/>
                <a:cs typeface="Arial"/>
              </a:rPr>
              <a:t>I build AI systems that earn trust before they ask for scale.</a:t>
            </a:r>
            <a:endParaRPr sz="4700"/>
          </a:p>
        </p:txBody>
      </p:sp>
      <p:sp>
        <p:nvSpPr>
          <p:cNvPr id="5" name="Shape 10">
            <a:extLst xmlns:a="http://schemas.openxmlformats.org/drawingml/2006/main">
              <a:ext uri="{FF2B5EF4-FFF2-40B4-BE49-F238E27FC236}">
                <a16:creationId xmlns:a16="http://schemas.microsoft.com/office/drawing/2014/main" id="{19E36659-707E-46F2-9C74-251611F9FD3C}"/>
              </a:ext>
            </a:extLst>
          </p:cNvPr>
          <p:cNvSpPr>
            <a:spLocks xmlns:a="http://schemas.openxmlformats.org/drawingml/2006/main" noGrp="1"/>
          </p:cNvSpPr>
          <p:nvPr/>
        </p:nvSpPr>
        <p:spPr>
          <a:xfrm xmlns:a="http://schemas.openxmlformats.org/drawingml/2006/main">
            <a:off x="584185" y="4190981"/>
            <a:ext cx="11023324" cy="1904952"/>
          </a:xfrm>
          <a:prstGeom xmlns:a="http://schemas.openxmlformats.org/drawingml/2006/main" prst="rect">
            <a:avLst/>
          </a:prstGeom>
          <a:noFill xmlns:a="http://schemas.openxmlformats.org/drawingml/2006/main"/>
        </p:spPr>
      </p:sp>
      <p:pic>
        <p:nvPicPr>
          <p:cNvPr id="31" name="Picture 10"/>
          <p:cNvPicPr>
            <a:picLocks xmlns:a="http://schemas.openxmlformats.org/drawingml/2006/main" noChangeAspect="1"/>
          </p:cNvPicPr>
          <p:nvPr/>
        </p:nvPicPr>
        <p:blipFill>
          <a:blip xmlns:r="http://schemas.openxmlformats.org/officeDocument/2006/relationships" xmlns:a="http://schemas.openxmlformats.org/drawingml/2006/main" r:embed="Rf0fbe18b49e34935">
            <a:extLst>
              <a:ext uri="{96DAC541-7B7A-43D3-8B79-37D633B846F1}">
                <asvg:svgBlip xmlns:asvg="http://schemas.microsoft.com/office/drawing/2016/SVG/main" r:embed="R0961378df6984746"/>
              </a:ext>
            </a:extLst>
          </a:blip>
          <a:stretch xmlns:a="http://schemas.openxmlformats.org/drawingml/2006/main">
            <a:fillRect l="0" t="0" r="0" b="0"/>
          </a:stretch>
        </p:blipFill>
        <p:spPr>
          <a:xfrm xmlns:a="http://schemas.openxmlformats.org/drawingml/2006/main">
            <a:off x="584185" y="4190981"/>
            <a:ext cx="11023324" cy="1904952"/>
          </a:xfrm>
          <a:prstGeom xmlns:a="http://schemas.openxmlformats.org/drawingml/2006/main" prst="rect">
            <a:avLst/>
          </a:prstGeom>
        </p:spPr>
      </p:pic>
      <p:sp>
        <p:nvSpPr>
          <p:cNvPr id="7" name="Shape 12">
            <a:extLst xmlns:a="http://schemas.openxmlformats.org/drawingml/2006/main">
              <a:ext uri="{FF2B5EF4-FFF2-40B4-BE49-F238E27FC236}">
                <a16:creationId xmlns:a16="http://schemas.microsoft.com/office/drawing/2014/main" id="{2F2818E7-A1F0-466F-98C3-5FEE8C650EB2}"/>
              </a:ext>
            </a:extLst>
          </p:cNvPr>
          <p:cNvSpPr>
            <a:spLocks xmlns:a="http://schemas.openxmlformats.org/drawingml/2006/main" noGrp="1"/>
          </p:cNvSpPr>
          <p:nvPr/>
        </p:nvSpPr>
        <p:spPr>
          <a:xfrm xmlns:a="http://schemas.openxmlformats.org/drawingml/2006/main">
            <a:off x="584185" y="4203681"/>
            <a:ext cx="2755831" cy="1892253"/>
          </a:xfrm>
          <a:prstGeom xmlns:a="http://schemas.openxmlformats.org/drawingml/2006/main" prst="rect">
            <a:avLst/>
          </a:prstGeom>
          <a:noFill xmlns:a="http://schemas.openxmlformats.org/drawingml/2006/main"/>
        </p:spPr>
      </p:sp>
      <p:pic>
        <p:nvPicPr>
          <p:cNvPr id="33" name="Picture 12"/>
          <p:cNvPicPr>
            <a:picLocks xmlns:a="http://schemas.openxmlformats.org/drawingml/2006/main" noChangeAspect="1"/>
          </p:cNvPicPr>
          <p:nvPr/>
        </p:nvPicPr>
        <p:blipFill>
          <a:blip xmlns:r="http://schemas.openxmlformats.org/officeDocument/2006/relationships" xmlns:a="http://schemas.openxmlformats.org/drawingml/2006/main" r:embed="Raec63d91cb244f93">
            <a:extLst>
              <a:ext uri="{96DAC541-7B7A-43D3-8B79-37D633B846F1}">
                <asvg:svgBlip xmlns:asvg="http://schemas.microsoft.com/office/drawing/2016/SVG/main" r:embed="R9ad2a93ac6f0405f"/>
              </a:ext>
            </a:extLst>
          </a:blip>
          <a:stretch xmlns:a="http://schemas.openxmlformats.org/drawingml/2006/main">
            <a:fillRect l="0" t="0" r="0" b="0"/>
          </a:stretch>
        </p:blipFill>
        <p:spPr>
          <a:xfrm xmlns:a="http://schemas.openxmlformats.org/drawingml/2006/main">
            <a:off x="584185" y="4203681"/>
            <a:ext cx="2755831" cy="1892253"/>
          </a:xfrm>
          <a:prstGeom xmlns:a="http://schemas.openxmlformats.org/drawingml/2006/main" prst="rect">
            <a:avLst/>
          </a:prstGeom>
        </p:spPr>
      </p:pic>
      <p:sp>
        <p:nvSpPr>
          <p:cNvPr id="9" name="TextBox 13">
            <a:extLst xmlns:a="http://schemas.openxmlformats.org/drawingml/2006/main">
              <a:ext uri="{FF2B5EF4-FFF2-40B4-BE49-F238E27FC236}">
                <a16:creationId xmlns:a16="http://schemas.microsoft.com/office/drawing/2014/main" id="{7A37E8D0-C7DD-4D3E-AE62-18A34FB970B1}"/>
              </a:ext>
            </a:extLst>
          </p:cNvPr>
          <p:cNvSpPr>
            <a:spLocks xmlns:a="http://schemas.openxmlformats.org/drawingml/2006/main" noGrp="1"/>
          </p:cNvSpPr>
          <p:nvPr/>
        </p:nvSpPr>
        <p:spPr>
          <a:xfrm xmlns:a="http://schemas.openxmlformats.org/drawingml/2006/main">
            <a:off x="584185" y="4470374"/>
            <a:ext cx="2558986" cy="165096"/>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buNone/>
            </a:pPr>
            <a:r>
              <a:rPr sz="1100" b="1" spc="100">
                <a:solidFill>
                  <a:srgbClr val="00A99D"/>
                </a:solidFill>
                <a:latin typeface="Arial"/>
                <a:ea typeface="Arial"/>
                <a:cs typeface="Arial"/>
              </a:rPr>
              <a:t>01 · AMBIGUITY</a:t>
            </a:r>
            <a:endParaRPr sz="1100"/>
          </a:p>
        </p:txBody>
      </p:sp>
      <p:sp>
        <p:nvSpPr>
          <p:cNvPr id="10" name="TextBox 14">
            <a:extLst xmlns:a="http://schemas.openxmlformats.org/drawingml/2006/main">
              <a:ext uri="{FF2B5EF4-FFF2-40B4-BE49-F238E27FC236}">
                <a16:creationId xmlns:a16="http://schemas.microsoft.com/office/drawing/2014/main" id="{34357CF7-0157-42EF-AC17-C11AB452FC36}"/>
              </a:ext>
            </a:extLst>
          </p:cNvPr>
          <p:cNvSpPr>
            <a:spLocks xmlns:a="http://schemas.openxmlformats.org/drawingml/2006/main" noGrp="1"/>
          </p:cNvSpPr>
          <p:nvPr/>
        </p:nvSpPr>
        <p:spPr>
          <a:xfrm xmlns:a="http://schemas.openxmlformats.org/drawingml/2006/main">
            <a:off x="584185" y="4787866"/>
            <a:ext cx="2558986" cy="487549"/>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lnSpc>
                <a:spcPts val="1920"/>
              </a:lnSpc>
              <a:buNone/>
            </a:pPr>
            <a:r>
              <a:rPr sz="1600">
                <a:solidFill>
                  <a:srgbClr val="FFFFFF"/>
                </a:solidFill>
                <a:latin typeface="Arial"/>
                <a:ea typeface="Arial"/>
                <a:cs typeface="Arial"/>
              </a:rPr>
              <a:t>Turn it into explicit contracts.</a:t>
            </a:r>
            <a:endParaRPr sz="1600"/>
          </a:p>
        </p:txBody>
      </p:sp>
      <p:sp>
        <p:nvSpPr>
          <p:cNvPr id="11" name="Shape 16">
            <a:extLst xmlns:a="http://schemas.openxmlformats.org/drawingml/2006/main">
              <a:ext uri="{FF2B5EF4-FFF2-40B4-BE49-F238E27FC236}">
                <a16:creationId xmlns:a16="http://schemas.microsoft.com/office/drawing/2014/main" id="{422CDE5D-D154-4280-8156-B5B0FCAD3339}"/>
              </a:ext>
            </a:extLst>
          </p:cNvPr>
          <p:cNvSpPr>
            <a:spLocks xmlns:a="http://schemas.openxmlformats.org/drawingml/2006/main" noGrp="1"/>
          </p:cNvSpPr>
          <p:nvPr/>
        </p:nvSpPr>
        <p:spPr>
          <a:xfrm xmlns:a="http://schemas.openxmlformats.org/drawingml/2006/main">
            <a:off x="3340016" y="4203681"/>
            <a:ext cx="2755831" cy="1892253"/>
          </a:xfrm>
          <a:prstGeom xmlns:a="http://schemas.openxmlformats.org/drawingml/2006/main" prst="rect">
            <a:avLst/>
          </a:prstGeom>
          <a:noFill xmlns:a="http://schemas.openxmlformats.org/drawingml/2006/main"/>
        </p:spPr>
      </p:sp>
      <p:pic>
        <p:nvPicPr>
          <p:cNvPr id="37" name="Picture 16"/>
          <p:cNvPicPr>
            <a:picLocks xmlns:a="http://schemas.openxmlformats.org/drawingml/2006/main" noChangeAspect="1"/>
          </p:cNvPicPr>
          <p:nvPr/>
        </p:nvPicPr>
        <p:blipFill>
          <a:blip xmlns:r="http://schemas.openxmlformats.org/officeDocument/2006/relationships" xmlns:a="http://schemas.openxmlformats.org/drawingml/2006/main" r:embed="R7e5b52513e694161">
            <a:extLst>
              <a:ext uri="{96DAC541-7B7A-43D3-8B79-37D633B846F1}">
                <asvg:svgBlip xmlns:asvg="http://schemas.microsoft.com/office/drawing/2016/SVG/main" r:embed="Rc0d0db6bfc8b4a5c"/>
              </a:ext>
            </a:extLst>
          </a:blip>
          <a:stretch xmlns:a="http://schemas.openxmlformats.org/drawingml/2006/main">
            <a:fillRect l="0" t="0" r="0" b="0"/>
          </a:stretch>
        </p:blipFill>
        <p:spPr>
          <a:xfrm xmlns:a="http://schemas.openxmlformats.org/drawingml/2006/main">
            <a:off x="3340016" y="4203681"/>
            <a:ext cx="2755831" cy="1892253"/>
          </a:xfrm>
          <a:prstGeom xmlns:a="http://schemas.openxmlformats.org/drawingml/2006/main" prst="rect">
            <a:avLst/>
          </a:prstGeom>
        </p:spPr>
      </p:pic>
      <p:sp>
        <p:nvSpPr>
          <p:cNvPr id="13" name="TextBox 17">
            <a:extLst xmlns:a="http://schemas.openxmlformats.org/drawingml/2006/main">
              <a:ext uri="{FF2B5EF4-FFF2-40B4-BE49-F238E27FC236}">
                <a16:creationId xmlns:a16="http://schemas.microsoft.com/office/drawing/2014/main" id="{060AA5CE-487E-4939-A1F1-FB29F1024B25}"/>
              </a:ext>
            </a:extLst>
          </p:cNvPr>
          <p:cNvSpPr>
            <a:spLocks xmlns:a="http://schemas.openxmlformats.org/drawingml/2006/main" noGrp="1"/>
          </p:cNvSpPr>
          <p:nvPr/>
        </p:nvSpPr>
        <p:spPr>
          <a:xfrm xmlns:a="http://schemas.openxmlformats.org/drawingml/2006/main">
            <a:off x="3555911" y="4470374"/>
            <a:ext cx="2343091" cy="165096"/>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buNone/>
            </a:pPr>
            <a:r>
              <a:rPr sz="1100" b="1" spc="100">
                <a:solidFill>
                  <a:srgbClr val="00A99D"/>
                </a:solidFill>
                <a:latin typeface="Arial"/>
                <a:ea typeface="Arial"/>
                <a:cs typeface="Arial"/>
              </a:rPr>
              <a:t>02 · AI</a:t>
            </a:r>
            <a:endParaRPr sz="1100"/>
          </a:p>
        </p:txBody>
      </p:sp>
      <p:sp>
        <p:nvSpPr>
          <p:cNvPr id="14" name="TextBox 18">
            <a:extLst xmlns:a="http://schemas.openxmlformats.org/drawingml/2006/main">
              <a:ext uri="{FF2B5EF4-FFF2-40B4-BE49-F238E27FC236}">
                <a16:creationId xmlns:a16="http://schemas.microsoft.com/office/drawing/2014/main" id="{B3B1E6A7-8A00-4D41-BB3F-DEC54586341E}"/>
              </a:ext>
            </a:extLst>
          </p:cNvPr>
          <p:cNvSpPr>
            <a:spLocks xmlns:a="http://schemas.openxmlformats.org/drawingml/2006/main" noGrp="1"/>
          </p:cNvSpPr>
          <p:nvPr/>
        </p:nvSpPr>
        <p:spPr>
          <a:xfrm xmlns:a="http://schemas.openxmlformats.org/drawingml/2006/main">
            <a:off x="3555911" y="4787866"/>
            <a:ext cx="2343091" cy="487549"/>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lnSpc>
                <a:spcPts val="1920"/>
              </a:lnSpc>
              <a:buNone/>
            </a:pPr>
            <a:r>
              <a:rPr sz="1600">
                <a:solidFill>
                  <a:srgbClr val="FFFFFF"/>
                </a:solidFill>
                <a:latin typeface="Arial"/>
                <a:ea typeface="Arial"/>
                <a:cs typeface="Arial"/>
              </a:rPr>
              <a:t>Bound it with deterministic policy.</a:t>
            </a:r>
            <a:endParaRPr sz="1600"/>
          </a:p>
        </p:txBody>
      </p:sp>
      <p:sp>
        <p:nvSpPr>
          <p:cNvPr id="15" name="Shape 20">
            <a:extLst xmlns:a="http://schemas.openxmlformats.org/drawingml/2006/main">
              <a:ext uri="{FF2B5EF4-FFF2-40B4-BE49-F238E27FC236}">
                <a16:creationId xmlns:a16="http://schemas.microsoft.com/office/drawing/2014/main" id="{001E94DE-194C-40CA-980F-53EC1657FCA3}"/>
              </a:ext>
            </a:extLst>
          </p:cNvPr>
          <p:cNvSpPr>
            <a:spLocks xmlns:a="http://schemas.openxmlformats.org/drawingml/2006/main" noGrp="1"/>
          </p:cNvSpPr>
          <p:nvPr/>
        </p:nvSpPr>
        <p:spPr>
          <a:xfrm xmlns:a="http://schemas.openxmlformats.org/drawingml/2006/main">
            <a:off x="6095848" y="4203681"/>
            <a:ext cx="2755831" cy="1892253"/>
          </a:xfrm>
          <a:prstGeom xmlns:a="http://schemas.openxmlformats.org/drawingml/2006/main" prst="rect">
            <a:avLst/>
          </a:prstGeom>
          <a:noFill xmlns:a="http://schemas.openxmlformats.org/drawingml/2006/main"/>
        </p:spPr>
      </p:sp>
      <p:pic>
        <p:nvPicPr>
          <p:cNvPr id="41" name="Picture 20"/>
          <p:cNvPicPr>
            <a:picLocks xmlns:a="http://schemas.openxmlformats.org/drawingml/2006/main" noChangeAspect="1"/>
          </p:cNvPicPr>
          <p:nvPr/>
        </p:nvPicPr>
        <p:blipFill>
          <a:blip xmlns:r="http://schemas.openxmlformats.org/officeDocument/2006/relationships" xmlns:a="http://schemas.openxmlformats.org/drawingml/2006/main" r:embed="Rfa14cf715ef14b75">
            <a:extLst>
              <a:ext uri="{96DAC541-7B7A-43D3-8B79-37D633B846F1}">
                <asvg:svgBlip xmlns:asvg="http://schemas.microsoft.com/office/drawing/2016/SVG/main" r:embed="R532f7f64c9d448d1"/>
              </a:ext>
            </a:extLst>
          </a:blip>
          <a:stretch xmlns:a="http://schemas.openxmlformats.org/drawingml/2006/main">
            <a:fillRect l="0" t="0" r="0" b="0"/>
          </a:stretch>
        </p:blipFill>
        <p:spPr>
          <a:xfrm xmlns:a="http://schemas.openxmlformats.org/drawingml/2006/main">
            <a:off x="6095848" y="4203681"/>
            <a:ext cx="2755831" cy="1892253"/>
          </a:xfrm>
          <a:prstGeom xmlns:a="http://schemas.openxmlformats.org/drawingml/2006/main" prst="rect">
            <a:avLst/>
          </a:prstGeom>
        </p:spPr>
      </p:pic>
      <p:sp>
        <p:nvSpPr>
          <p:cNvPr id="17" name="TextBox 21">
            <a:extLst xmlns:a="http://schemas.openxmlformats.org/drawingml/2006/main">
              <a:ext uri="{FF2B5EF4-FFF2-40B4-BE49-F238E27FC236}">
                <a16:creationId xmlns:a16="http://schemas.microsoft.com/office/drawing/2014/main" id="{1F26A9A8-6FBD-4C15-B3FC-F1ECDE730465}"/>
              </a:ext>
            </a:extLst>
          </p:cNvPr>
          <p:cNvSpPr>
            <a:spLocks xmlns:a="http://schemas.openxmlformats.org/drawingml/2006/main" noGrp="1"/>
          </p:cNvSpPr>
          <p:nvPr/>
        </p:nvSpPr>
        <p:spPr>
          <a:xfrm xmlns:a="http://schemas.openxmlformats.org/drawingml/2006/main">
            <a:off x="6311742" y="4470374"/>
            <a:ext cx="2343091" cy="165096"/>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buNone/>
            </a:pPr>
            <a:r>
              <a:rPr sz="1100" b="1" spc="100">
                <a:solidFill>
                  <a:srgbClr val="00A99D"/>
                </a:solidFill>
                <a:latin typeface="Arial"/>
                <a:ea typeface="Arial"/>
                <a:cs typeface="Arial"/>
              </a:rPr>
              <a:t>03 · DELIVERY</a:t>
            </a:r>
            <a:endParaRPr sz="1100"/>
          </a:p>
        </p:txBody>
      </p:sp>
      <p:sp>
        <p:nvSpPr>
          <p:cNvPr id="18" name="TextBox 22">
            <a:extLst xmlns:a="http://schemas.openxmlformats.org/drawingml/2006/main">
              <a:ext uri="{FF2B5EF4-FFF2-40B4-BE49-F238E27FC236}">
                <a16:creationId xmlns:a16="http://schemas.microsoft.com/office/drawing/2014/main" id="{B3D38D5F-B717-493A-8EFA-55ABD1FFFEDF}"/>
              </a:ext>
            </a:extLst>
          </p:cNvPr>
          <p:cNvSpPr>
            <a:spLocks xmlns:a="http://schemas.openxmlformats.org/drawingml/2006/main" noGrp="1"/>
          </p:cNvSpPr>
          <p:nvPr/>
        </p:nvSpPr>
        <p:spPr>
          <a:xfrm xmlns:a="http://schemas.openxmlformats.org/drawingml/2006/main">
            <a:off x="6311742" y="4787866"/>
            <a:ext cx="2343091" cy="487549"/>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lnSpc>
                <a:spcPts val="1920"/>
              </a:lnSpc>
              <a:buNone/>
            </a:pPr>
            <a:r>
              <a:rPr sz="1600">
                <a:solidFill>
                  <a:srgbClr val="FFFFFF"/>
                </a:solidFill>
                <a:latin typeface="Arial"/>
                <a:ea typeface="Arial"/>
                <a:cs typeface="Arial"/>
              </a:rPr>
              <a:t>Promote only tested evidence.</a:t>
            </a:r>
            <a:endParaRPr sz="1600"/>
          </a:p>
        </p:txBody>
      </p:sp>
      <p:sp>
        <p:nvSpPr>
          <p:cNvPr id="19" name="TextBox 25">
            <a:extLst xmlns:a="http://schemas.openxmlformats.org/drawingml/2006/main">
              <a:ext uri="{FF2B5EF4-FFF2-40B4-BE49-F238E27FC236}">
                <a16:creationId xmlns:a16="http://schemas.microsoft.com/office/drawing/2014/main" id="{A55C81A2-10BD-41FF-840F-16D03D2CFF24}"/>
              </a:ext>
            </a:extLst>
          </p:cNvPr>
          <p:cNvSpPr>
            <a:spLocks xmlns:a="http://schemas.openxmlformats.org/drawingml/2006/main" noGrp="1"/>
          </p:cNvSpPr>
          <p:nvPr/>
        </p:nvSpPr>
        <p:spPr>
          <a:xfrm xmlns:a="http://schemas.openxmlformats.org/drawingml/2006/main">
            <a:off x="9067573" y="4470374"/>
            <a:ext cx="2539936" cy="165096"/>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buNone/>
            </a:pPr>
            <a:r>
              <a:rPr sz="1100" b="1" spc="100">
                <a:solidFill>
                  <a:srgbClr val="00A99D"/>
                </a:solidFill>
                <a:latin typeface="Arial"/>
                <a:ea typeface="Arial"/>
                <a:cs typeface="Arial"/>
              </a:rPr>
              <a:t>04 · JUDGMENT</a:t>
            </a:r>
            <a:endParaRPr sz="1100"/>
          </a:p>
        </p:txBody>
      </p:sp>
      <p:sp>
        <p:nvSpPr>
          <p:cNvPr id="20" name="TextBox 26">
            <a:extLst xmlns:a="http://schemas.openxmlformats.org/drawingml/2006/main">
              <a:ext uri="{FF2B5EF4-FFF2-40B4-BE49-F238E27FC236}">
                <a16:creationId xmlns:a16="http://schemas.microsoft.com/office/drawing/2014/main" id="{B2C2DBE8-0285-479C-A5F3-0E9453D67381}"/>
              </a:ext>
            </a:extLst>
          </p:cNvPr>
          <p:cNvSpPr>
            <a:spLocks xmlns:a="http://schemas.openxmlformats.org/drawingml/2006/main" noGrp="1"/>
          </p:cNvSpPr>
          <p:nvPr/>
        </p:nvSpPr>
        <p:spPr>
          <a:xfrm xmlns:a="http://schemas.openxmlformats.org/drawingml/2006/main">
            <a:off x="9067573" y="4787866"/>
            <a:ext cx="2539936" cy="487549"/>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lnSpc>
                <a:spcPts val="1920"/>
              </a:lnSpc>
              <a:buNone/>
            </a:pPr>
            <a:r>
              <a:rPr sz="1600">
                <a:solidFill>
                  <a:srgbClr val="FFFFFF"/>
                </a:solidFill>
                <a:latin typeface="Arial"/>
                <a:ea typeface="Arial"/>
                <a:cs typeface="Arial"/>
              </a:rPr>
              <a:t>State the limit before the claim.</a:t>
            </a:r>
            <a:endParaRPr sz="1600"/>
          </a:p>
        </p:txBody>
      </p:sp>
      <p:sp>
        <p:nvSpPr>
          <p:cNvPr id="21" name="TextBox 29">
            <a:extLst xmlns:a="http://schemas.openxmlformats.org/drawingml/2006/main">
              <a:ext uri="{FF2B5EF4-FFF2-40B4-BE49-F238E27FC236}">
                <a16:creationId xmlns:a16="http://schemas.microsoft.com/office/drawing/2014/main" id="{2E382499-2961-435F-BCE0-C9BD5E059B40}"/>
              </a:ext>
            </a:extLst>
          </p:cNvPr>
          <p:cNvSpPr>
            <a:spLocks xmlns:a="http://schemas.openxmlformats.org/drawingml/2006/main" noGrp="1"/>
          </p:cNvSpPr>
          <p:nvPr/>
        </p:nvSpPr>
        <p:spPr>
          <a:xfrm xmlns:a="http://schemas.openxmlformats.org/drawingml/2006/main">
            <a:off x="584185" y="6286429"/>
            <a:ext cx="4444889" cy="241294"/>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l">
              <a:buNone/>
            </a:pPr>
            <a:r>
              <a:rPr sz="1250">
                <a:solidFill>
                  <a:srgbClr val="B8C3C1"/>
                </a:solidFill>
                <a:latin typeface="Arial"/>
                <a:ea typeface="Arial"/>
                <a:cs typeface="Arial"/>
              </a:rPr>
              <a:t>Maksim Blekhshtein · Senior AI Engineer</a:t>
            </a:r>
            <a:endParaRPr sz="1250"/>
          </a:p>
        </p:txBody>
      </p:sp>
      <p:sp>
        <p:nvSpPr>
          <p:cNvPr id="22" name="TextBox 31">
            <a:extLst xmlns:a="http://schemas.openxmlformats.org/drawingml/2006/main">
              <a:ext uri="{FF2B5EF4-FFF2-40B4-BE49-F238E27FC236}">
                <a16:creationId xmlns:a16="http://schemas.microsoft.com/office/drawing/2014/main" id="{55634D6B-35BD-4460-B254-48A6BB1A6977}"/>
              </a:ext>
            </a:extLst>
          </p:cNvPr>
          <p:cNvSpPr>
            <a:spLocks xmlns:a="http://schemas.openxmlformats.org/drawingml/2006/main" noGrp="1"/>
          </p:cNvSpPr>
          <p:nvPr/>
        </p:nvSpPr>
        <p:spPr>
          <a:xfrm xmlns:a="http://schemas.openxmlformats.org/drawingml/2006/main">
            <a:off x="9004075" y="6248330"/>
            <a:ext cx="2603435" cy="330192"/>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marL="0" indent="0" algn="r">
              <a:buNone/>
            </a:pPr>
            <a:r>
              <a:rPr sz="1200">
                <a:solidFill>
                  <a:srgbClr val="00A99D"/>
                </a:solidFill>
                <a:latin typeface="Arial"/>
                <a:ea typeface="Arial"/>
                <a:cs typeface="Arial"/>
              </a:rPr>
              <a:t>REPOSITORY READY TO REVIEW →</a:t>
            </a:r>
            <a:endParaRPr sz="1200"/>
          </a:p>
        </p:txBody>
      </p:sp>
    </p:spTree>
    <p:extLst>
      <p:ext uri="{BB962C8B-B14F-4D97-AF65-F5344CB8AC3E}">
        <p14:creationId xmlns:p14="http://schemas.microsoft.com/office/powerpoint/2010/main" val="440903636"/>
      </p:ext>
    </p:extLst>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2026-08-30T17:20:17.1340000Z</dcterms:created>
  <dcterms:modified xsi:type="dcterms:W3CDTF">2026-08-30T17:20:17.1340000Z</dcterms:modified>
</coreProperties>
</file>